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2"/>
  </p:sldMasterIdLst>
  <p:notesMasterIdLst>
    <p:notesMasterId r:id="rId21"/>
  </p:notesMasterIdLst>
  <p:handoutMasterIdLst>
    <p:handoutMasterId r:id="rId22"/>
  </p:handoutMasterIdLst>
  <p:sldIdLst>
    <p:sldId id="257" r:id="rId3"/>
    <p:sldId id="318" r:id="rId4"/>
    <p:sldId id="319" r:id="rId5"/>
    <p:sldId id="320" r:id="rId6"/>
    <p:sldId id="321" r:id="rId7"/>
    <p:sldId id="322" r:id="rId8"/>
    <p:sldId id="331" r:id="rId9"/>
    <p:sldId id="324" r:id="rId10"/>
    <p:sldId id="325" r:id="rId11"/>
    <p:sldId id="333" r:id="rId12"/>
    <p:sldId id="334" r:id="rId13"/>
    <p:sldId id="326" r:id="rId14"/>
    <p:sldId id="335" r:id="rId15"/>
    <p:sldId id="327" r:id="rId16"/>
    <p:sldId id="328" r:id="rId17"/>
    <p:sldId id="336" r:id="rId18"/>
    <p:sldId id="338" r:id="rId19"/>
    <p:sldId id="313" r:id="rId20"/>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53" autoAdjust="0"/>
    <p:restoredTop sz="76633" autoAdjust="0"/>
  </p:normalViewPr>
  <p:slideViewPr>
    <p:cSldViewPr snapToGrid="0">
      <p:cViewPr varScale="1">
        <p:scale>
          <a:sx n="57" d="100"/>
          <a:sy n="57" d="100"/>
        </p:scale>
        <p:origin x="1180" y="3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58" d="100"/>
          <a:sy n="58" d="100"/>
        </p:scale>
        <p:origin x="280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gs" Target="tags/tag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bib Abdul Ghani" userId="5eb70394735b742f" providerId="LiveId" clId="{C53720D5-C09E-48EB-8643-090924CE2645}"/>
    <pc:docChg chg="mod">
      <pc:chgData name="Habib Abdul Ghani" userId="5eb70394735b742f" providerId="LiveId" clId="{C53720D5-C09E-48EB-8643-090924CE2645}" dt="2025-04-10T12:08:44.714" v="0"/>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8C66D5-35F2-4B2B-B66A-28018F619124}" type="datetimeFigureOut">
              <a:rPr lang="en-US" smtClean="0"/>
              <a:t>4/10/2025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6073D5-63C2-4933-B970-D96552757D44}" type="slidenum">
              <a:rPr lang="en-US" smtClean="0"/>
              <a:t>‹#›</a:t>
            </a:fld>
            <a:endParaRPr lang="en-US"/>
          </a:p>
        </p:txBody>
      </p:sp>
    </p:spTree>
    <p:extLst>
      <p:ext uri="{BB962C8B-B14F-4D97-AF65-F5344CB8AC3E}">
        <p14:creationId xmlns:p14="http://schemas.microsoft.com/office/powerpoint/2010/main" val="1000481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4B7E8A-1102-47A1-B1C3-36AE88809383}" type="datetimeFigureOut">
              <a:rPr lang="en-US" smtClean="0"/>
              <a:t>4/10/2025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A11EAB-687D-4AE4-B775-678A923E9436}" type="slidenum">
              <a:rPr lang="en-US" smtClean="0"/>
              <a:t>‹#›</a:t>
            </a:fld>
            <a:endParaRPr lang="en-US"/>
          </a:p>
        </p:txBody>
      </p:sp>
    </p:spTree>
    <p:extLst>
      <p:ext uri="{BB962C8B-B14F-4D97-AF65-F5344CB8AC3E}">
        <p14:creationId xmlns:p14="http://schemas.microsoft.com/office/powerpoint/2010/main" val="430103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A11EAB-687D-4AE4-B775-678A923E9436}" type="slidenum">
              <a:rPr lang="en-US" smtClean="0"/>
              <a:t>1</a:t>
            </a:fld>
            <a:endParaRPr lang="en-US"/>
          </a:p>
        </p:txBody>
      </p:sp>
    </p:spTree>
    <p:extLst>
      <p:ext uri="{BB962C8B-B14F-4D97-AF65-F5344CB8AC3E}">
        <p14:creationId xmlns:p14="http://schemas.microsoft.com/office/powerpoint/2010/main" val="79833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A11EAB-687D-4AE4-B775-678A923E9436}" type="slidenum">
              <a:rPr lang="en-US" smtClean="0"/>
              <a:t>2</a:t>
            </a:fld>
            <a:endParaRPr lang="en-US"/>
          </a:p>
        </p:txBody>
      </p:sp>
    </p:spTree>
    <p:extLst>
      <p:ext uri="{BB962C8B-B14F-4D97-AF65-F5344CB8AC3E}">
        <p14:creationId xmlns:p14="http://schemas.microsoft.com/office/powerpoint/2010/main" val="1465542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35A11EAB-687D-4AE4-B775-678A923E9436}" type="slidenum">
              <a:rPr lang="en-US" smtClean="0"/>
              <a:t>3</a:t>
            </a:fld>
            <a:endParaRPr lang="en-US"/>
          </a:p>
        </p:txBody>
      </p:sp>
    </p:spTree>
    <p:extLst>
      <p:ext uri="{BB962C8B-B14F-4D97-AF65-F5344CB8AC3E}">
        <p14:creationId xmlns:p14="http://schemas.microsoft.com/office/powerpoint/2010/main" val="1465542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A11EAB-687D-4AE4-B775-678A923E9436}" type="slidenum">
              <a:rPr lang="en-US" smtClean="0"/>
              <a:t>4</a:t>
            </a:fld>
            <a:endParaRPr lang="en-US"/>
          </a:p>
        </p:txBody>
      </p:sp>
    </p:spTree>
    <p:extLst>
      <p:ext uri="{BB962C8B-B14F-4D97-AF65-F5344CB8AC3E}">
        <p14:creationId xmlns:p14="http://schemas.microsoft.com/office/powerpoint/2010/main" val="1465542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A11EAB-687D-4AE4-B775-678A923E9436}" type="slidenum">
              <a:rPr lang="en-US" smtClean="0"/>
              <a:t>5</a:t>
            </a:fld>
            <a:endParaRPr lang="en-US"/>
          </a:p>
        </p:txBody>
      </p:sp>
    </p:spTree>
    <p:extLst>
      <p:ext uri="{BB962C8B-B14F-4D97-AF65-F5344CB8AC3E}">
        <p14:creationId xmlns:p14="http://schemas.microsoft.com/office/powerpoint/2010/main" val="1465542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35A11EAB-687D-4AE4-B775-678A923E9436}" type="slidenum">
              <a:rPr lang="en-US" smtClean="0"/>
              <a:t>6</a:t>
            </a:fld>
            <a:endParaRPr lang="en-US"/>
          </a:p>
        </p:txBody>
      </p:sp>
    </p:spTree>
    <p:extLst>
      <p:ext uri="{BB962C8B-B14F-4D97-AF65-F5344CB8AC3E}">
        <p14:creationId xmlns:p14="http://schemas.microsoft.com/office/powerpoint/2010/main" val="1465542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A11EAB-687D-4AE4-B775-678A923E9436}" type="slidenum">
              <a:rPr lang="en-US" smtClean="0"/>
              <a:t>7</a:t>
            </a:fld>
            <a:endParaRPr lang="en-US"/>
          </a:p>
        </p:txBody>
      </p:sp>
    </p:spTree>
    <p:extLst>
      <p:ext uri="{BB962C8B-B14F-4D97-AF65-F5344CB8AC3E}">
        <p14:creationId xmlns:p14="http://schemas.microsoft.com/office/powerpoint/2010/main" val="1465542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A11EAB-687D-4AE4-B775-678A923E9436}" type="slidenum">
              <a:rPr lang="en-US" smtClean="0"/>
              <a:t>8</a:t>
            </a:fld>
            <a:endParaRPr lang="en-US"/>
          </a:p>
        </p:txBody>
      </p:sp>
    </p:spTree>
    <p:extLst>
      <p:ext uri="{BB962C8B-B14F-4D97-AF65-F5344CB8AC3E}">
        <p14:creationId xmlns:p14="http://schemas.microsoft.com/office/powerpoint/2010/main" val="1863052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A11EAB-687D-4AE4-B775-678A923E9436}" type="slidenum">
              <a:rPr lang="en-US" smtClean="0"/>
              <a:t>9</a:t>
            </a:fld>
            <a:endParaRPr lang="en-US"/>
          </a:p>
        </p:txBody>
      </p:sp>
    </p:spTree>
    <p:extLst>
      <p:ext uri="{BB962C8B-B14F-4D97-AF65-F5344CB8AC3E}">
        <p14:creationId xmlns:p14="http://schemas.microsoft.com/office/powerpoint/2010/main" val="1338672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A11EAB-687D-4AE4-B775-678A923E9436}" type="slidenum">
              <a:rPr lang="en-US" smtClean="0"/>
              <a:t>10</a:t>
            </a:fld>
            <a:endParaRPr lang="en-US"/>
          </a:p>
        </p:txBody>
      </p:sp>
    </p:spTree>
    <p:extLst>
      <p:ext uri="{BB962C8B-B14F-4D97-AF65-F5344CB8AC3E}">
        <p14:creationId xmlns:p14="http://schemas.microsoft.com/office/powerpoint/2010/main" val="1338672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A11EAB-687D-4AE4-B775-678A923E9436}" type="slidenum">
              <a:rPr lang="en-US" smtClean="0"/>
              <a:t>11</a:t>
            </a:fld>
            <a:endParaRPr lang="en-US"/>
          </a:p>
        </p:txBody>
      </p:sp>
    </p:spTree>
    <p:extLst>
      <p:ext uri="{BB962C8B-B14F-4D97-AF65-F5344CB8AC3E}">
        <p14:creationId xmlns:p14="http://schemas.microsoft.com/office/powerpoint/2010/main" val="579124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A11EAB-687D-4AE4-B775-678A923E9436}" type="slidenum">
              <a:rPr lang="en-US" smtClean="0"/>
              <a:t>12</a:t>
            </a:fld>
            <a:endParaRPr lang="en-US"/>
          </a:p>
        </p:txBody>
      </p:sp>
    </p:spTree>
    <p:extLst>
      <p:ext uri="{BB962C8B-B14F-4D97-AF65-F5344CB8AC3E}">
        <p14:creationId xmlns:p14="http://schemas.microsoft.com/office/powerpoint/2010/main" val="2814307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10"/>
          </p:nvPr>
        </p:nvSpPr>
        <p:spPr/>
        <p:txBody>
          <a:bodyPr/>
          <a:lstStyle/>
          <a:p>
            <a:fld id="{35A11EAB-687D-4AE4-B775-678A923E9436}" type="slidenum">
              <a:rPr lang="en-US" smtClean="0"/>
              <a:t>18</a:t>
            </a:fld>
            <a:endParaRPr lang="en-US"/>
          </a:p>
        </p:txBody>
      </p:sp>
    </p:spTree>
    <p:extLst>
      <p:ext uri="{BB962C8B-B14F-4D97-AF65-F5344CB8AC3E}">
        <p14:creationId xmlns:p14="http://schemas.microsoft.com/office/powerpoint/2010/main" val="2857959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userDrawn="1"/>
        </p:nvGrpSpPr>
        <p:grpSpPr>
          <a:xfrm>
            <a:off x="1524000" y="6152219"/>
            <a:ext cx="9144001" cy="196717"/>
            <a:chOff x="996683" y="7236484"/>
            <a:chExt cx="9144001" cy="196717"/>
          </a:xfrm>
        </p:grpSpPr>
        <p:sp>
          <p:nvSpPr>
            <p:cNvPr id="19" name="Rectangle 18" descr="Gold bar"/>
            <p:cNvSpPr>
              <a:spLocks noChangeArrowheads="1"/>
            </p:cNvSpPr>
            <p:nvPr/>
          </p:nvSpPr>
          <p:spPr bwMode="auto">
            <a:xfrm rot="16200000" flipH="1">
              <a:off x="2422556" y="5810611"/>
              <a:ext cx="196717" cy="3048463"/>
            </a:xfrm>
            <a:prstGeom prst="rect">
              <a:avLst/>
            </a:prstGeom>
            <a:solidFill>
              <a:schemeClr val="accent1"/>
            </a:solidFill>
            <a:ln w="9525">
              <a:noFill/>
              <a:miter lim="800000"/>
              <a:headEnd/>
              <a:tailEnd/>
            </a:ln>
            <a:effectLst>
              <a:reflection blurRad="6350" stA="50000" endA="300" endPos="38500" dist="50800" dir="5400000" sy="-100000" algn="bl" rotWithShape="0"/>
            </a:effectLst>
          </p:spPr>
          <p:txBody>
            <a:bodyPr wrap="none" anchor="ctr"/>
            <a:lstStyle/>
            <a:p>
              <a:pPr algn="ctr" eaLnBrk="1" hangingPunct="1"/>
              <a:endParaRPr lang="en-US" sz="2400">
                <a:latin typeface="Times New Roman" panose="02020603050405020304" pitchFamily="18" charset="0"/>
              </a:endParaRPr>
            </a:p>
          </p:txBody>
        </p:sp>
        <p:sp>
          <p:nvSpPr>
            <p:cNvPr id="20" name="Rectangle 19" descr="Orange bar"/>
            <p:cNvSpPr>
              <a:spLocks noChangeArrowheads="1"/>
            </p:cNvSpPr>
            <p:nvPr/>
          </p:nvSpPr>
          <p:spPr bwMode="auto">
            <a:xfrm rot="16200000" flipH="1">
              <a:off x="5471019" y="5810611"/>
              <a:ext cx="196717" cy="3048463"/>
            </a:xfrm>
            <a:prstGeom prst="rect">
              <a:avLst/>
            </a:prstGeom>
            <a:solidFill>
              <a:schemeClr val="accent4"/>
            </a:solidFill>
            <a:ln w="9525">
              <a:noFill/>
              <a:miter lim="800000"/>
              <a:headEnd/>
              <a:tailEnd/>
            </a:ln>
            <a:effectLst>
              <a:reflection blurRad="6350" stA="50000" endA="300" endPos="38500" dist="50800" dir="5400000" sy="-100000" algn="bl" rotWithShape="0"/>
            </a:effectLst>
          </p:spPr>
          <p:txBody>
            <a:bodyPr wrap="none" anchor="ctr"/>
            <a:lstStyle/>
            <a:p>
              <a:pPr algn="ctr" eaLnBrk="1" hangingPunct="1"/>
              <a:endParaRPr lang="en-US" sz="2400">
                <a:latin typeface="Times New Roman" panose="02020603050405020304" pitchFamily="18" charset="0"/>
              </a:endParaRPr>
            </a:p>
          </p:txBody>
        </p:sp>
        <p:sp>
          <p:nvSpPr>
            <p:cNvPr id="21" name="Rectangle 20" descr="Slate bar"/>
            <p:cNvSpPr>
              <a:spLocks noChangeArrowheads="1"/>
            </p:cNvSpPr>
            <p:nvPr/>
          </p:nvSpPr>
          <p:spPr bwMode="auto">
            <a:xfrm rot="16200000" flipH="1">
              <a:off x="8518094" y="5810611"/>
              <a:ext cx="196717" cy="3048463"/>
            </a:xfrm>
            <a:prstGeom prst="rect">
              <a:avLst/>
            </a:prstGeom>
            <a:solidFill>
              <a:schemeClr val="accent6"/>
            </a:solidFill>
            <a:ln w="9525">
              <a:noFill/>
              <a:miter lim="800000"/>
              <a:headEnd/>
              <a:tailEnd/>
            </a:ln>
            <a:effectLst>
              <a:reflection blurRad="6350" stA="50000" endA="300" endPos="38500" dist="50800" dir="5400000" sy="-100000" algn="bl" rotWithShape="0"/>
            </a:effectLst>
          </p:spPr>
          <p:txBody>
            <a:bodyPr wrap="none" anchor="ctr"/>
            <a:lstStyle/>
            <a:p>
              <a:pPr algn="ctr" eaLnBrk="1" hangingPunct="1"/>
              <a:endParaRPr lang="en-US" sz="2400">
                <a:latin typeface="Times New Roman" panose="02020603050405020304" pitchFamily="18" charset="0"/>
              </a:endParaRPr>
            </a:p>
          </p:txBody>
        </p:sp>
      </p:grpSp>
      <p:sp>
        <p:nvSpPr>
          <p:cNvPr id="3" name="Subtitle 2"/>
          <p:cNvSpPr>
            <a:spLocks noGrp="1"/>
          </p:cNvSpPr>
          <p:nvPr>
            <p:ph type="subTitle" idx="1"/>
          </p:nvPr>
        </p:nvSpPr>
        <p:spPr>
          <a:xfrm>
            <a:off x="5384800" y="2811515"/>
            <a:ext cx="5283200" cy="693685"/>
          </a:xfrm>
          <a:prstGeom prst="rect">
            <a:avLst/>
          </a:prstGeo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p:cNvSpPr>
            <a:spLocks noGrp="1"/>
          </p:cNvSpPr>
          <p:nvPr>
            <p:ph type="ctrTitle"/>
          </p:nvPr>
        </p:nvSpPr>
        <p:spPr>
          <a:xfrm>
            <a:off x="1524000" y="912610"/>
            <a:ext cx="9144000" cy="1789767"/>
          </a:xfrm>
          <a:prstGeom prst="rect">
            <a:avLst/>
          </a:prstGeom>
        </p:spPr>
        <p:txBody>
          <a:bodyPr anchor="b"/>
          <a:lstStyle>
            <a:lvl1pPr algn="ctr">
              <a:defRPr sz="6000">
                <a:solidFill>
                  <a:schemeClr val="tx2"/>
                </a:solidFill>
              </a:defRPr>
            </a:lvl1pPr>
          </a:lstStyle>
          <a:p>
            <a:r>
              <a:rPr lang="en-US" dirty="0"/>
              <a:t>Click to edit Master title style</a:t>
            </a:r>
          </a:p>
        </p:txBody>
      </p:sp>
      <p:sp>
        <p:nvSpPr>
          <p:cNvPr id="12"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3"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2810808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7141" y="914400"/>
            <a:ext cx="10515600" cy="579119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838200" y="16790"/>
            <a:ext cx="10515600" cy="634563"/>
          </a:xfrm>
          <a:prstGeom prst="rect">
            <a:avLst/>
          </a:prstGeom>
        </p:spPr>
        <p:txBody>
          <a:bodyPr>
            <a:noAutofit/>
          </a:bodyPr>
          <a:lstStyle>
            <a:lvl1pPr>
              <a:defRPr sz="3600" b="1"/>
            </a:lvl1pPr>
          </a:lstStyle>
          <a:p>
            <a:r>
              <a:rPr lang="en-US" dirty="0"/>
              <a:t>Click to edit Master title style</a:t>
            </a:r>
          </a:p>
        </p:txBody>
      </p:sp>
      <p:sp>
        <p:nvSpPr>
          <p:cNvPr id="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dirty="0"/>
          </a:p>
        </p:txBody>
      </p:sp>
      <p:sp>
        <p:nvSpPr>
          <p:cNvPr id="9" name="Slide Number Placeholder 5"/>
          <p:cNvSpPr>
            <a:spLocks noGrp="1"/>
          </p:cNvSpPr>
          <p:nvPr>
            <p:ph type="sldNum" sz="quarter" idx="4"/>
          </p:nvPr>
        </p:nvSpPr>
        <p:spPr>
          <a:xfrm>
            <a:off x="8744844"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181807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2" name="Title 1"/>
          <p:cNvSpPr>
            <a:spLocks noGrp="1"/>
          </p:cNvSpPr>
          <p:nvPr>
            <p:ph type="title"/>
          </p:nvPr>
        </p:nvSpPr>
        <p:spPr>
          <a:xfrm>
            <a:off x="831850" y="1709738"/>
            <a:ext cx="10515600" cy="2862262"/>
          </a:xfrm>
          <a:prstGeom prst="rect">
            <a:avLst/>
          </a:prstGeom>
        </p:spPr>
        <p:txBody>
          <a:bodyPr anchor="b"/>
          <a:lstStyle>
            <a:lvl1pPr>
              <a:defRPr sz="6000"/>
            </a:lvl1pPr>
          </a:lstStyle>
          <a:p>
            <a:r>
              <a:rPr lang="en-US"/>
              <a:t>Click to edit Master title style</a:t>
            </a:r>
          </a:p>
        </p:txBody>
      </p:sp>
      <p:sp>
        <p:nvSpPr>
          <p:cNvPr id="7"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endParaRPr lang="en-US"/>
          </a:p>
        </p:txBody>
      </p:sp>
      <p:sp>
        <p:nvSpPr>
          <p:cNvPr id="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9"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3294145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72200" y="1825625"/>
            <a:ext cx="5181600" cy="43513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half" idx="1"/>
          </p:nvPr>
        </p:nvSpPr>
        <p:spPr>
          <a:xfrm>
            <a:off x="838200" y="1825625"/>
            <a:ext cx="5181600" cy="43513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8"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endParaRPr lang="en-US"/>
          </a:p>
        </p:txBody>
      </p:sp>
      <p:sp>
        <p:nvSpPr>
          <p:cNvPr id="9"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0"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1717809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6" name="Content Placeholder 5"/>
          <p:cNvSpPr>
            <a:spLocks noGrp="1"/>
          </p:cNvSpPr>
          <p:nvPr>
            <p:ph sz="quarter" idx="4"/>
          </p:nvPr>
        </p:nvSpPr>
        <p:spPr>
          <a:xfrm>
            <a:off x="6189663" y="2193925"/>
            <a:ext cx="5157787" cy="3978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9663" y="1489075"/>
            <a:ext cx="5157787" cy="6413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1850" y="2193925"/>
            <a:ext cx="5156200" cy="3978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p:nvPr>
        </p:nvSpPr>
        <p:spPr>
          <a:xfrm>
            <a:off x="831850" y="1489075"/>
            <a:ext cx="5156200" cy="6413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p:cNvSpPr>
            <a:spLocks noGrp="1"/>
          </p:cNvSpPr>
          <p:nvPr>
            <p:ph type="title"/>
          </p:nvPr>
        </p:nvSpPr>
        <p:spPr>
          <a:xfrm>
            <a:off x="831850" y="274638"/>
            <a:ext cx="10515600" cy="1143000"/>
          </a:xfrm>
          <a:prstGeom prst="rect">
            <a:avLst/>
          </a:prstGeom>
        </p:spPr>
        <p:txBody>
          <a:bodyPr/>
          <a:lstStyle/>
          <a:p>
            <a:r>
              <a:rPr lang="en-US"/>
              <a:t>Click to edit Master title style</a:t>
            </a:r>
          </a:p>
        </p:txBody>
      </p:sp>
      <p:sp>
        <p:nvSpPr>
          <p:cNvPr id="10"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endParaRPr lang="en-US"/>
          </a:p>
        </p:txBody>
      </p:sp>
      <p:sp>
        <p:nvSpPr>
          <p:cNvPr id="11" name="Footer Placeholder 4"/>
          <p:cNvSpPr>
            <a:spLocks noGrp="1"/>
          </p:cNvSpPr>
          <p:nvPr>
            <p:ph type="ftr" sz="quarter" idx="11"/>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2" name="Slide Number Placeholder 5"/>
          <p:cNvSpPr>
            <a:spLocks noGrp="1"/>
          </p:cNvSpPr>
          <p:nvPr>
            <p:ph type="sldNum" sz="quarter" idx="12"/>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2510624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6"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endParaRPr lang="en-US"/>
          </a:p>
        </p:txBody>
      </p:sp>
      <p:sp>
        <p:nvSpPr>
          <p:cNvPr id="7"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8"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94028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endParaRPr lang="en-US"/>
          </a:p>
        </p:txBody>
      </p:sp>
      <p:sp>
        <p:nvSpPr>
          <p:cNvPr id="6"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7"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1552341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101850"/>
            <a:ext cx="3932237" cy="375920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8"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endParaRPr lang="en-US"/>
          </a:p>
        </p:txBody>
      </p:sp>
      <p:sp>
        <p:nvSpPr>
          <p:cNvPr id="9"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0"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3014592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101850"/>
            <a:ext cx="3932237" cy="3759200"/>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8" name="Date Placeholder 3"/>
          <p:cNvSpPr>
            <a:spLocks noGrp="1"/>
          </p:cNvSpPr>
          <p:nvPr>
            <p:ph type="dt" sz="half" idx="10"/>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endParaRPr lang="en-US"/>
          </a:p>
        </p:txBody>
      </p:sp>
      <p:sp>
        <p:nvSpPr>
          <p:cNvPr id="9"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0"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1595501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7"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endParaRPr lang="en-US"/>
          </a:p>
        </p:txBody>
      </p:sp>
      <p:sp>
        <p:nvSpPr>
          <p:cNvPr id="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9"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2439293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7"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accent3"/>
                </a:solidFill>
              </a:defRPr>
            </a:lvl1pPr>
          </a:lstStyle>
          <a:p>
            <a:endParaRPr lang="en-US"/>
          </a:p>
        </p:txBody>
      </p:sp>
      <p:sp>
        <p:nvSpPr>
          <p:cNvPr id="8"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9"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a:p>
        </p:txBody>
      </p:sp>
    </p:spTree>
    <p:extLst>
      <p:ext uri="{BB962C8B-B14F-4D97-AF65-F5344CB8AC3E}">
        <p14:creationId xmlns:p14="http://schemas.microsoft.com/office/powerpoint/2010/main" val="1297126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pSp>
        <p:nvGrpSpPr>
          <p:cNvPr id="9" name="Group 8"/>
          <p:cNvGrpSpPr/>
          <p:nvPr/>
        </p:nvGrpSpPr>
        <p:grpSpPr>
          <a:xfrm>
            <a:off x="0" y="-6"/>
            <a:ext cx="12188952" cy="6858006"/>
            <a:chOff x="-2728" y="-5"/>
            <a:chExt cx="12188952" cy="6858006"/>
          </a:xfrm>
        </p:grpSpPr>
        <p:sp>
          <p:nvSpPr>
            <p:cNvPr id="26" name="Rectangle 25"/>
            <p:cNvSpPr/>
            <p:nvPr/>
          </p:nvSpPr>
          <p:spPr>
            <a:xfrm>
              <a:off x="-2728" y="1"/>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p:cNvGrpSpPr/>
            <p:nvPr/>
          </p:nvGrpSpPr>
          <p:grpSpPr>
            <a:xfrm>
              <a:off x="-2727" y="-5"/>
              <a:ext cx="716424" cy="6858000"/>
              <a:chOff x="-2727" y="-5"/>
              <a:chExt cx="716424" cy="6858000"/>
            </a:xfrm>
          </p:grpSpPr>
          <p:grpSp>
            <p:nvGrpSpPr>
              <p:cNvPr id="40" name="Group 39"/>
              <p:cNvGrpSpPr/>
              <p:nvPr/>
            </p:nvGrpSpPr>
            <p:grpSpPr>
              <a:xfrm>
                <a:off x="-2727" y="-5"/>
                <a:ext cx="571473" cy="6858000"/>
                <a:chOff x="6048440" y="-936481"/>
                <a:chExt cx="196717" cy="9144001"/>
              </a:xfrm>
            </p:grpSpPr>
            <p:sp>
              <p:nvSpPr>
                <p:cNvPr id="46" name="Rectangle 45" descr="Gold bar"/>
                <p:cNvSpPr>
                  <a:spLocks noChangeArrowheads="1"/>
                </p:cNvSpPr>
                <p:nvPr/>
              </p:nvSpPr>
              <p:spPr bwMode="auto">
                <a:xfrm rot="10800000" flipH="1">
                  <a:off x="6048440" y="5159057"/>
                  <a:ext cx="196717" cy="3048463"/>
                </a:xfrm>
                <a:prstGeom prst="rect">
                  <a:avLst/>
                </a:prstGeom>
                <a:solidFill>
                  <a:schemeClr val="accent6"/>
                </a:solidFill>
                <a:ln w="9525">
                  <a:noFill/>
                  <a:miter lim="800000"/>
                  <a:headEnd/>
                  <a:tailEnd/>
                </a:ln>
                <a:effectLst/>
              </p:spPr>
              <p:txBody>
                <a:bodyPr wrap="none" anchor="ctr"/>
                <a:lstStyle/>
                <a:p>
                  <a:pPr algn="ctr" eaLnBrk="1" hangingPunct="1"/>
                  <a:endParaRPr lang="en-US" sz="2400">
                    <a:latin typeface="Times New Roman" panose="02020603050405020304" pitchFamily="18" charset="0"/>
                  </a:endParaRPr>
                </a:p>
              </p:txBody>
            </p:sp>
            <p:sp>
              <p:nvSpPr>
                <p:cNvPr id="47" name="Rectangle 46" descr="Orange bar"/>
                <p:cNvSpPr>
                  <a:spLocks noChangeArrowheads="1"/>
                </p:cNvSpPr>
                <p:nvPr/>
              </p:nvSpPr>
              <p:spPr bwMode="auto">
                <a:xfrm rot="10800000" flipH="1">
                  <a:off x="6048440" y="2110594"/>
                  <a:ext cx="196717" cy="3048463"/>
                </a:xfrm>
                <a:prstGeom prst="rect">
                  <a:avLst/>
                </a:prstGeom>
                <a:solidFill>
                  <a:schemeClr val="accent4"/>
                </a:solidFill>
                <a:ln w="9525">
                  <a:noFill/>
                  <a:miter lim="800000"/>
                  <a:headEnd/>
                  <a:tailEnd/>
                </a:ln>
                <a:effectLst/>
              </p:spPr>
              <p:txBody>
                <a:bodyPr wrap="none" anchor="ctr"/>
                <a:lstStyle/>
                <a:p>
                  <a:pPr algn="ctr" eaLnBrk="1" hangingPunct="1"/>
                  <a:endParaRPr lang="en-US" sz="2400">
                    <a:latin typeface="Times New Roman" panose="02020603050405020304" pitchFamily="18" charset="0"/>
                  </a:endParaRPr>
                </a:p>
              </p:txBody>
            </p:sp>
            <p:sp>
              <p:nvSpPr>
                <p:cNvPr id="48" name="Rectangle 47" descr="Slate bar"/>
                <p:cNvSpPr>
                  <a:spLocks noChangeArrowheads="1"/>
                </p:cNvSpPr>
                <p:nvPr/>
              </p:nvSpPr>
              <p:spPr bwMode="auto">
                <a:xfrm rot="10800000" flipH="1">
                  <a:off x="6048440" y="-936481"/>
                  <a:ext cx="196717" cy="3048463"/>
                </a:xfrm>
                <a:prstGeom prst="rect">
                  <a:avLst/>
                </a:prstGeom>
                <a:solidFill>
                  <a:schemeClr val="accent1"/>
                </a:solidFill>
                <a:ln w="9525">
                  <a:noFill/>
                  <a:miter lim="800000"/>
                  <a:headEnd/>
                  <a:tailEnd/>
                </a:ln>
                <a:effectLst/>
              </p:spPr>
              <p:txBody>
                <a:bodyPr wrap="none" anchor="ctr"/>
                <a:lstStyle/>
                <a:p>
                  <a:pPr algn="ctr" eaLnBrk="1" hangingPunct="1"/>
                  <a:endParaRPr lang="en-US" sz="2400">
                    <a:latin typeface="Times New Roman" panose="02020603050405020304" pitchFamily="18" charset="0"/>
                  </a:endParaRPr>
                </a:p>
              </p:txBody>
            </p:sp>
          </p:grpSp>
          <p:grpSp>
            <p:nvGrpSpPr>
              <p:cNvPr id="41" name="Group 40"/>
              <p:cNvGrpSpPr/>
              <p:nvPr/>
            </p:nvGrpSpPr>
            <p:grpSpPr>
              <a:xfrm>
                <a:off x="566005" y="-5"/>
                <a:ext cx="147692" cy="6858000"/>
                <a:chOff x="6048440" y="-936481"/>
                <a:chExt cx="196717" cy="9144001"/>
              </a:xfrm>
            </p:grpSpPr>
            <p:sp>
              <p:nvSpPr>
                <p:cNvPr id="43" name="Rectangle 42" descr="Gold bar"/>
                <p:cNvSpPr>
                  <a:spLocks noChangeArrowheads="1"/>
                </p:cNvSpPr>
                <p:nvPr/>
              </p:nvSpPr>
              <p:spPr bwMode="auto">
                <a:xfrm rot="10800000" flipH="1">
                  <a:off x="6048440" y="5159057"/>
                  <a:ext cx="196717" cy="3048463"/>
                </a:xfrm>
                <a:prstGeom prst="rect">
                  <a:avLst/>
                </a:prstGeom>
                <a:gradFill flip="none" rotWithShape="1">
                  <a:gsLst>
                    <a:gs pos="0">
                      <a:schemeClr val="accent6">
                        <a:lumMod val="40000"/>
                        <a:lumOff val="60000"/>
                      </a:schemeClr>
                    </a:gs>
                    <a:gs pos="100000">
                      <a:prstClr val="white"/>
                    </a:gs>
                  </a:gsLst>
                  <a:lin ang="0" scaled="1"/>
                  <a:tileRect/>
                </a:gradFill>
                <a:ln w="9525">
                  <a:noFill/>
                  <a:miter lim="800000"/>
                  <a:headEnd/>
                  <a:tailEnd/>
                </a:ln>
                <a:effectLst/>
              </p:spPr>
              <p:txBody>
                <a:bodyPr wrap="none" anchor="ctr"/>
                <a:lstStyle/>
                <a:p>
                  <a:pPr lvl="0" algn="ctr"/>
                  <a:endParaRPr lang="en-US" sz="2400">
                    <a:latin typeface="Times New Roman" panose="02020603050405020304" pitchFamily="18" charset="0"/>
                  </a:endParaRPr>
                </a:p>
              </p:txBody>
            </p:sp>
            <p:sp>
              <p:nvSpPr>
                <p:cNvPr id="44" name="Rectangle 43" descr="Orange bar"/>
                <p:cNvSpPr>
                  <a:spLocks noChangeArrowheads="1"/>
                </p:cNvSpPr>
                <p:nvPr/>
              </p:nvSpPr>
              <p:spPr bwMode="auto">
                <a:xfrm rot="10800000" flipH="1">
                  <a:off x="6048440" y="2110594"/>
                  <a:ext cx="196717" cy="3048463"/>
                </a:xfrm>
                <a:prstGeom prst="rect">
                  <a:avLst/>
                </a:prstGeom>
                <a:gradFill flip="none" rotWithShape="1">
                  <a:gsLst>
                    <a:gs pos="0">
                      <a:schemeClr val="accent4">
                        <a:lumMod val="40000"/>
                        <a:lumOff val="60000"/>
                      </a:schemeClr>
                    </a:gs>
                    <a:gs pos="100000">
                      <a:prstClr val="white"/>
                    </a:gs>
                  </a:gsLst>
                  <a:lin ang="0" scaled="1"/>
                  <a:tileRect/>
                </a:gradFill>
                <a:ln w="9525">
                  <a:noFill/>
                  <a:miter lim="800000"/>
                  <a:headEnd/>
                  <a:tailEnd/>
                </a:ln>
                <a:effectLst/>
              </p:spPr>
              <p:txBody>
                <a:bodyPr wrap="none" anchor="ctr"/>
                <a:lstStyle/>
                <a:p>
                  <a:pPr algn="ctr" eaLnBrk="1" hangingPunct="1"/>
                  <a:endParaRPr lang="en-US" sz="2400">
                    <a:latin typeface="Times New Roman" panose="02020603050405020304" pitchFamily="18" charset="0"/>
                  </a:endParaRPr>
                </a:p>
              </p:txBody>
            </p:sp>
            <p:sp>
              <p:nvSpPr>
                <p:cNvPr id="45" name="Rectangle 44" descr="Slate bar"/>
                <p:cNvSpPr>
                  <a:spLocks noChangeArrowheads="1"/>
                </p:cNvSpPr>
                <p:nvPr/>
              </p:nvSpPr>
              <p:spPr bwMode="auto">
                <a:xfrm rot="10800000" flipH="1">
                  <a:off x="6048440" y="-936481"/>
                  <a:ext cx="196717" cy="3048463"/>
                </a:xfrm>
                <a:prstGeom prst="rect">
                  <a:avLst/>
                </a:prstGeom>
                <a:gradFill flip="none" rotWithShape="1">
                  <a:gsLst>
                    <a:gs pos="0">
                      <a:schemeClr val="accent1">
                        <a:lumMod val="60000"/>
                        <a:lumOff val="40000"/>
                      </a:schemeClr>
                    </a:gs>
                    <a:gs pos="100000">
                      <a:schemeClr val="bg1"/>
                    </a:gs>
                  </a:gsLst>
                  <a:lin ang="0" scaled="1"/>
                  <a:tileRect/>
                </a:gradFill>
                <a:ln w="9525">
                  <a:noFill/>
                  <a:miter lim="800000"/>
                  <a:headEnd/>
                  <a:tailEnd/>
                </a:ln>
                <a:effectLst/>
              </p:spPr>
              <p:txBody>
                <a:bodyPr wrap="none" anchor="ctr"/>
                <a:lstStyle/>
                <a:p>
                  <a:pPr algn="ctr" eaLnBrk="1" hangingPunct="1"/>
                  <a:endParaRPr lang="en-US" sz="2400">
                    <a:latin typeface="Times New Roman" panose="02020603050405020304" pitchFamily="18" charset="0"/>
                  </a:endParaRPr>
                </a:p>
              </p:txBody>
            </p:sp>
          </p:grpSp>
          <p:sp>
            <p:nvSpPr>
              <p:cNvPr id="42" name="Rectangle 41"/>
              <p:cNvSpPr/>
              <p:nvPr/>
            </p:nvSpPr>
            <p:spPr>
              <a:xfrm>
                <a:off x="646782" y="-5"/>
                <a:ext cx="45719" cy="6858000"/>
              </a:xfrm>
              <a:prstGeom prst="rect">
                <a:avLst/>
              </a:prstGeom>
              <a:solidFill>
                <a:schemeClr val="bg1"/>
              </a:solidFill>
              <a:ln>
                <a:noFill/>
              </a:ln>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grpSp>
      </p:grpSp>
      <p:sp>
        <p:nvSpPr>
          <p:cNvPr id="35"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accent3"/>
                </a:solidFill>
              </a:defRPr>
            </a:lvl1pPr>
          </a:lstStyle>
          <a:p>
            <a:endParaRPr lang="en-US" dirty="0"/>
          </a:p>
        </p:txBody>
      </p:sp>
      <p:sp>
        <p:nvSpPr>
          <p:cNvPr id="36" name="Slide Number Placeholder 5"/>
          <p:cNvSpPr>
            <a:spLocks noGrp="1"/>
          </p:cNvSpPr>
          <p:nvPr>
            <p:ph type="sldNum" sz="quarter" idx="4"/>
          </p:nvPr>
        </p:nvSpPr>
        <p:spPr>
          <a:xfrm>
            <a:off x="8701302" y="6370864"/>
            <a:ext cx="3276600" cy="365125"/>
          </a:xfrm>
          <a:prstGeom prst="rect">
            <a:avLst/>
          </a:prstGeom>
        </p:spPr>
        <p:txBody>
          <a:bodyPr vert="horz" lIns="91440" tIns="45720" rIns="91440" bIns="45720" rtlCol="0" anchor="ctr"/>
          <a:lstStyle>
            <a:lvl1pPr algn="r">
              <a:defRPr sz="1200">
                <a:solidFill>
                  <a:schemeClr val="accent3"/>
                </a:solidFill>
              </a:defRPr>
            </a:lvl1pPr>
          </a:lstStyle>
          <a:p>
            <a:fld id="{10E4A4DB-036F-4816-A98C-42C4167E83C5}" type="slidenum">
              <a:rPr lang="en-US" smtClean="0"/>
              <a:pPr/>
              <a:t>‹#›</a:t>
            </a:fld>
            <a:endParaRPr lang="en-US" dirty="0"/>
          </a:p>
        </p:txBody>
      </p:sp>
      <p:sp>
        <p:nvSpPr>
          <p:cNvPr id="37" name="Text Placeholder 2"/>
          <p:cNvSpPr>
            <a:spLocks noGrp="1"/>
          </p:cNvSpPr>
          <p:nvPr>
            <p:ph type="body" idx="1"/>
          </p:nvPr>
        </p:nvSpPr>
        <p:spPr>
          <a:xfrm>
            <a:off x="838200" y="839243"/>
            <a:ext cx="10515600" cy="58808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Title Placeholder 1"/>
          <p:cNvSpPr>
            <a:spLocks noGrp="1"/>
          </p:cNvSpPr>
          <p:nvPr>
            <p:ph type="title"/>
          </p:nvPr>
        </p:nvSpPr>
        <p:spPr>
          <a:xfrm>
            <a:off x="836676" y="0"/>
            <a:ext cx="10515600" cy="588723"/>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317190883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ct val="30000"/>
        </a:spcBef>
        <a:buClr>
          <a:schemeClr val="accent2"/>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2"/>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2"/>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149944" y="1818981"/>
            <a:ext cx="5283200" cy="519483"/>
          </a:xfrm>
        </p:spPr>
        <p:txBody>
          <a:bodyPr>
            <a:normAutofit/>
          </a:bodyPr>
          <a:lstStyle/>
          <a:p>
            <a:pPr algn="r"/>
            <a:r>
              <a:rPr lang="en-ID" sz="2800" b="1" dirty="0" err="1">
                <a:solidFill>
                  <a:srgbClr val="FF0000"/>
                </a:solidFill>
              </a:rPr>
              <a:t>Mengenal</a:t>
            </a:r>
            <a:r>
              <a:rPr lang="en-ID" sz="2800" b="1" dirty="0">
                <a:solidFill>
                  <a:srgbClr val="FF0000"/>
                </a:solidFill>
              </a:rPr>
              <a:t> </a:t>
            </a:r>
            <a:r>
              <a:rPr lang="en-ID" sz="2800" b="1" dirty="0" err="1">
                <a:solidFill>
                  <a:srgbClr val="FF0000"/>
                </a:solidFill>
              </a:rPr>
              <a:t>Analisa</a:t>
            </a:r>
            <a:r>
              <a:rPr lang="en-ID" sz="2800" b="1" dirty="0">
                <a:solidFill>
                  <a:srgbClr val="FF0000"/>
                </a:solidFill>
              </a:rPr>
              <a:t> </a:t>
            </a:r>
            <a:r>
              <a:rPr lang="en-ID" sz="2800" b="1" dirty="0" err="1">
                <a:solidFill>
                  <a:srgbClr val="FF0000"/>
                </a:solidFill>
              </a:rPr>
              <a:t>Sistem</a:t>
            </a:r>
            <a:endParaRPr lang="en-US" sz="2800" b="1" dirty="0">
              <a:solidFill>
                <a:srgbClr val="FF0000"/>
              </a:solidFill>
            </a:endParaRPr>
          </a:p>
        </p:txBody>
      </p:sp>
      <p:sp>
        <p:nvSpPr>
          <p:cNvPr id="2" name="Title 1"/>
          <p:cNvSpPr>
            <a:spLocks noGrp="1"/>
          </p:cNvSpPr>
          <p:nvPr>
            <p:ph type="ctrTitle"/>
          </p:nvPr>
        </p:nvSpPr>
        <p:spPr>
          <a:xfrm>
            <a:off x="749300" y="557509"/>
            <a:ext cx="11099800" cy="939800"/>
          </a:xfrm>
        </p:spPr>
        <p:txBody>
          <a:bodyPr>
            <a:noAutofit/>
          </a:bodyPr>
          <a:lstStyle/>
          <a:p>
            <a:r>
              <a:rPr lang="en-US" sz="4400" b="1" dirty="0"/>
              <a:t>ANALISA DAN PERANCANGAN SISTEM</a:t>
            </a:r>
          </a:p>
        </p:txBody>
      </p:sp>
      <p:sp>
        <p:nvSpPr>
          <p:cNvPr id="6" name="Slide Number Placeholder 5"/>
          <p:cNvSpPr>
            <a:spLocks noGrp="1"/>
          </p:cNvSpPr>
          <p:nvPr>
            <p:ph type="sldNum" sz="quarter" idx="4"/>
          </p:nvPr>
        </p:nvSpPr>
        <p:spPr/>
        <p:txBody>
          <a:bodyPr vert="horz" lIns="91440" tIns="45720" rIns="91440" bIns="45720" rtlCol="0" anchor="ctr"/>
          <a:lstStyle/>
          <a:p>
            <a:fld id="{10E4A4DB-036F-4816-A98C-42C4167E83C5}" type="slidenum">
              <a:rPr lang="en-US" sz="1600">
                <a:solidFill>
                  <a:schemeClr val="bg1">
                    <a:lumMod val="75000"/>
                  </a:schemeClr>
                </a:solidFill>
              </a:rPr>
              <a:pPr/>
              <a:t>1</a:t>
            </a:fld>
            <a:endParaRPr lang="en-US" sz="1600" dirty="0">
              <a:solidFill>
                <a:schemeClr val="bg1">
                  <a:lumMod val="75000"/>
                </a:schemeClr>
              </a:solidFill>
            </a:endParaRPr>
          </a:p>
        </p:txBody>
      </p:sp>
      <p:sp>
        <p:nvSpPr>
          <p:cNvPr id="8" name="Subtitle 2"/>
          <p:cNvSpPr txBox="1">
            <a:spLocks/>
          </p:cNvSpPr>
          <p:nvPr/>
        </p:nvSpPr>
        <p:spPr>
          <a:xfrm>
            <a:off x="8257847" y="2338464"/>
            <a:ext cx="3149600" cy="37475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ct val="30000"/>
              </a:spcBef>
              <a:buClr>
                <a:schemeClr val="accent2"/>
              </a:buClr>
              <a:buFont typeface="Wingdings" panose="05000000000000000000" pitchFamily="2" charset="2"/>
              <a:buNone/>
              <a:defRPr sz="2400" kern="1200">
                <a:solidFill>
                  <a:schemeClr val="tx1"/>
                </a:solidFill>
                <a:latin typeface="+mn-lt"/>
                <a:ea typeface="+mn-ea"/>
                <a:cs typeface="+mn-cs"/>
              </a:defRPr>
            </a:lvl1pPr>
            <a:lvl2pPr marL="457200" indent="0" algn="ctr" defTabSz="914400" rtl="0" eaLnBrk="1" latinLnBrk="0" hangingPunct="1">
              <a:lnSpc>
                <a:spcPct val="90000"/>
              </a:lnSpc>
              <a:spcBef>
                <a:spcPct val="30000"/>
              </a:spcBef>
              <a:buClr>
                <a:schemeClr val="accent2"/>
              </a:buClr>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90000"/>
              </a:lnSpc>
              <a:spcBef>
                <a:spcPct val="30000"/>
              </a:spcBef>
              <a:buClr>
                <a:schemeClr val="accent2"/>
              </a:buClr>
              <a:buFont typeface="Wingdings" panose="05000000000000000000" pitchFamily="2"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9pPr>
          </a:lstStyle>
          <a:p>
            <a:pPr algn="r"/>
            <a:r>
              <a:rPr lang="id-ID" sz="1600" b="1" i="1" dirty="0">
                <a:solidFill>
                  <a:schemeClr val="accent1">
                    <a:lumMod val="50000"/>
                  </a:schemeClr>
                </a:solidFill>
              </a:rPr>
              <a:t>Dola Irwanto S.Kom., </a:t>
            </a:r>
            <a:r>
              <a:rPr lang="en-US" sz="1600" b="1" i="1" dirty="0">
                <a:solidFill>
                  <a:schemeClr val="accent1">
                    <a:lumMod val="50000"/>
                  </a:schemeClr>
                </a:solidFill>
              </a:rPr>
              <a:t>M</a:t>
            </a:r>
            <a:r>
              <a:rPr lang="id-ID" sz="1600" b="1" i="1" dirty="0">
                <a:solidFill>
                  <a:schemeClr val="accent1">
                    <a:lumMod val="50000"/>
                  </a:schemeClr>
                </a:solidFill>
              </a:rPr>
              <a:t>.MSI</a:t>
            </a:r>
          </a:p>
        </p:txBody>
      </p:sp>
      <p:sp>
        <p:nvSpPr>
          <p:cNvPr id="9" name="Subtitle 2"/>
          <p:cNvSpPr txBox="1">
            <a:spLocks/>
          </p:cNvSpPr>
          <p:nvPr/>
        </p:nvSpPr>
        <p:spPr>
          <a:xfrm>
            <a:off x="0" y="6463367"/>
            <a:ext cx="561975" cy="374755"/>
          </a:xfrm>
          <a:prstGeom prst="rect">
            <a:avLst/>
          </a:prstGeom>
        </p:spPr>
        <p:txBody>
          <a:bodyPr vert="horz" lIns="91440" tIns="45720" rIns="91440" bIns="45720" rtlCol="0" anchor="ctr">
            <a:normAutofit fontScale="85000" lnSpcReduction="10000"/>
          </a:bodyPr>
          <a:lstStyle>
            <a:lvl1pPr marL="0" indent="0" algn="ctr" defTabSz="914400" rtl="0" eaLnBrk="1" latinLnBrk="0" hangingPunct="1">
              <a:lnSpc>
                <a:spcPct val="90000"/>
              </a:lnSpc>
              <a:spcBef>
                <a:spcPct val="30000"/>
              </a:spcBef>
              <a:buClr>
                <a:schemeClr val="accent2"/>
              </a:buClr>
              <a:buFont typeface="Wingdings" panose="05000000000000000000" pitchFamily="2" charset="2"/>
              <a:buNone/>
              <a:defRPr sz="2400" kern="1200">
                <a:solidFill>
                  <a:schemeClr val="tx1"/>
                </a:solidFill>
                <a:latin typeface="+mn-lt"/>
                <a:ea typeface="+mn-ea"/>
                <a:cs typeface="+mn-cs"/>
              </a:defRPr>
            </a:lvl1pPr>
            <a:lvl2pPr marL="457200" indent="0" algn="ctr" defTabSz="914400" rtl="0" eaLnBrk="1" latinLnBrk="0" hangingPunct="1">
              <a:lnSpc>
                <a:spcPct val="90000"/>
              </a:lnSpc>
              <a:spcBef>
                <a:spcPct val="30000"/>
              </a:spcBef>
              <a:buClr>
                <a:schemeClr val="accent2"/>
              </a:buClr>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90000"/>
              </a:lnSpc>
              <a:spcBef>
                <a:spcPct val="30000"/>
              </a:spcBef>
              <a:buClr>
                <a:schemeClr val="accent2"/>
              </a:buClr>
              <a:buFont typeface="Wingdings" panose="05000000000000000000" pitchFamily="2"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ct val="30000"/>
              </a:spcBef>
              <a:buClr>
                <a:schemeClr val="accent2"/>
              </a:buClr>
              <a:buFont typeface="Wingdings" panose="05000000000000000000" pitchFamily="2" charset="2"/>
              <a:buNone/>
              <a:defRPr sz="1600" kern="1200">
                <a:solidFill>
                  <a:schemeClr val="tx1"/>
                </a:solidFill>
                <a:latin typeface="+mn-lt"/>
                <a:ea typeface="+mn-ea"/>
                <a:cs typeface="+mn-cs"/>
              </a:defRPr>
            </a:lvl9pPr>
          </a:lstStyle>
          <a:p>
            <a:r>
              <a:rPr lang="en-US" sz="1600" b="1" i="1" dirty="0">
                <a:solidFill>
                  <a:schemeClr val="accent1">
                    <a:lumMod val="50000"/>
                  </a:schemeClr>
                </a:solidFill>
              </a:rPr>
              <a:t>V1.0</a:t>
            </a:r>
            <a:endParaRPr lang="id-ID" sz="1600" b="1" i="1" dirty="0">
              <a:solidFill>
                <a:schemeClr val="accent1">
                  <a:lumMod val="50000"/>
                </a:schemeClr>
              </a:solidFill>
            </a:endParaRPr>
          </a:p>
        </p:txBody>
      </p:sp>
      <p:pic>
        <p:nvPicPr>
          <p:cNvPr id="3076" name="Picture 4" descr="Research and Development - Free business and finance ic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934" y="2060172"/>
            <a:ext cx="3760685" cy="3760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1985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10E4A4DB-036F-4816-A98C-42C4167E83C5}" type="slidenum">
              <a:rPr lang="en-US" sz="2400" b="1" smtClean="0">
                <a:solidFill>
                  <a:srgbClr val="FF0000"/>
                </a:solidFill>
              </a:rPr>
              <a:pPr/>
              <a:t>2</a:t>
            </a:fld>
            <a:endParaRPr lang="en-US" sz="2400" b="1" dirty="0">
              <a:solidFill>
                <a:srgbClr val="FF0000"/>
              </a:solidFill>
            </a:endParaRPr>
          </a:p>
        </p:txBody>
      </p:sp>
      <p:sp>
        <p:nvSpPr>
          <p:cNvPr id="5" name="Content Placeholder 1"/>
          <p:cNvSpPr>
            <a:spLocks noGrp="1"/>
          </p:cNvSpPr>
          <p:nvPr>
            <p:ph idx="1"/>
          </p:nvPr>
        </p:nvSpPr>
        <p:spPr>
          <a:xfrm>
            <a:off x="1057141" y="1064872"/>
            <a:ext cx="10515600" cy="5437528"/>
          </a:xfrm>
        </p:spPr>
        <p:txBody>
          <a:bodyPr>
            <a:normAutofit/>
          </a:bodyPr>
          <a:lstStyle/>
          <a:p>
            <a:pPr>
              <a:spcAft>
                <a:spcPts val="1200"/>
              </a:spcAft>
            </a:pPr>
            <a:r>
              <a:rPr lang="en-US" dirty="0" err="1"/>
              <a:t>Pengertian</a:t>
            </a:r>
            <a:r>
              <a:rPr lang="en-US" dirty="0"/>
              <a:t> </a:t>
            </a:r>
            <a:r>
              <a:rPr lang="en-US" dirty="0" err="1"/>
              <a:t>Analisa</a:t>
            </a:r>
            <a:r>
              <a:rPr lang="en-US" dirty="0"/>
              <a:t> </a:t>
            </a:r>
            <a:r>
              <a:rPr lang="en-US" dirty="0" err="1"/>
              <a:t>Sistem</a:t>
            </a:r>
            <a:endParaRPr lang="en-US" dirty="0"/>
          </a:p>
          <a:p>
            <a:pPr>
              <a:spcAft>
                <a:spcPts val="1200"/>
              </a:spcAft>
            </a:pPr>
            <a:r>
              <a:rPr lang="en-US" dirty="0"/>
              <a:t>Proses </a:t>
            </a:r>
            <a:r>
              <a:rPr lang="en-US" dirty="0" err="1"/>
              <a:t>Analisa</a:t>
            </a:r>
            <a:r>
              <a:rPr lang="en-US" dirty="0"/>
              <a:t> </a:t>
            </a:r>
            <a:r>
              <a:rPr lang="en-US" dirty="0" err="1"/>
              <a:t>Sistem</a:t>
            </a:r>
            <a:endParaRPr lang="en-US" dirty="0"/>
          </a:p>
          <a:p>
            <a:pPr>
              <a:spcAft>
                <a:spcPts val="1200"/>
              </a:spcAft>
            </a:pPr>
            <a:r>
              <a:rPr lang="en-US" dirty="0" err="1"/>
              <a:t>Teknik</a:t>
            </a:r>
            <a:r>
              <a:rPr lang="en-US" dirty="0"/>
              <a:t> </a:t>
            </a:r>
            <a:r>
              <a:rPr lang="en-US" dirty="0" err="1"/>
              <a:t>Penghimpunan</a:t>
            </a:r>
            <a:r>
              <a:rPr lang="en-US" dirty="0"/>
              <a:t> Data</a:t>
            </a:r>
          </a:p>
          <a:p>
            <a:pPr marL="914400" lvl="1" indent="-457200">
              <a:spcAft>
                <a:spcPts val="1200"/>
              </a:spcAft>
              <a:buFont typeface="+mj-lt"/>
              <a:buAutoNum type="arabicPeriod"/>
            </a:pPr>
            <a:r>
              <a:rPr lang="en-US" dirty="0" err="1"/>
              <a:t>Wawancara</a:t>
            </a:r>
            <a:endParaRPr lang="en-US" dirty="0"/>
          </a:p>
          <a:p>
            <a:pPr marL="914400" lvl="1" indent="-457200">
              <a:spcAft>
                <a:spcPts val="1200"/>
              </a:spcAft>
              <a:buFont typeface="+mj-lt"/>
              <a:buAutoNum type="arabicPeriod"/>
            </a:pPr>
            <a:r>
              <a:rPr lang="en-US" dirty="0" err="1"/>
              <a:t>Kuesioner</a:t>
            </a:r>
            <a:r>
              <a:rPr lang="en-US" dirty="0"/>
              <a:t> </a:t>
            </a:r>
          </a:p>
          <a:p>
            <a:pPr marL="914400" lvl="1" indent="-457200">
              <a:spcAft>
                <a:spcPts val="1200"/>
              </a:spcAft>
              <a:buFont typeface="+mj-lt"/>
              <a:buAutoNum type="arabicPeriod"/>
            </a:pPr>
            <a:r>
              <a:rPr lang="en-US" dirty="0" err="1"/>
              <a:t>Observasi</a:t>
            </a:r>
            <a:endParaRPr lang="en-US" dirty="0"/>
          </a:p>
          <a:p>
            <a:pPr>
              <a:spcAft>
                <a:spcPts val="1200"/>
              </a:spcAft>
            </a:pPr>
            <a:endParaRPr lang="sv-SE" dirty="0"/>
          </a:p>
        </p:txBody>
      </p:sp>
      <p:sp>
        <p:nvSpPr>
          <p:cNvPr id="6" name="Title 2"/>
          <p:cNvSpPr>
            <a:spLocks noGrp="1"/>
          </p:cNvSpPr>
          <p:nvPr>
            <p:ph type="title"/>
          </p:nvPr>
        </p:nvSpPr>
        <p:spPr>
          <a:xfrm>
            <a:off x="838200" y="16790"/>
            <a:ext cx="10515600" cy="868582"/>
          </a:xfrm>
        </p:spPr>
        <p:txBody>
          <a:bodyPr>
            <a:normAutofit/>
          </a:bodyPr>
          <a:lstStyle/>
          <a:p>
            <a:r>
              <a:rPr lang="en-US" sz="3600" b="1" dirty="0" err="1"/>
              <a:t>Objektif</a:t>
            </a:r>
            <a:endParaRPr lang="id-ID" sz="3600" b="1" dirty="0"/>
          </a:p>
        </p:txBody>
      </p:sp>
    </p:spTree>
    <p:extLst>
      <p:ext uri="{BB962C8B-B14F-4D97-AF65-F5344CB8AC3E}">
        <p14:creationId xmlns:p14="http://schemas.microsoft.com/office/powerpoint/2010/main" val="1530932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10E4A4DB-036F-4816-A98C-42C4167E83C5}" type="slidenum">
              <a:rPr lang="en-US" sz="2400" b="1" smtClean="0">
                <a:solidFill>
                  <a:srgbClr val="FF0000"/>
                </a:solidFill>
              </a:rPr>
              <a:pPr/>
              <a:t>3</a:t>
            </a:fld>
            <a:endParaRPr lang="en-US" sz="2400" b="1" dirty="0">
              <a:solidFill>
                <a:srgbClr val="FF0000"/>
              </a:solidFill>
            </a:endParaRPr>
          </a:p>
        </p:txBody>
      </p:sp>
      <p:sp>
        <p:nvSpPr>
          <p:cNvPr id="5" name="Content Placeholder 1"/>
          <p:cNvSpPr>
            <a:spLocks noGrp="1"/>
          </p:cNvSpPr>
          <p:nvPr>
            <p:ph idx="1"/>
          </p:nvPr>
        </p:nvSpPr>
        <p:spPr>
          <a:xfrm>
            <a:off x="1057141" y="1064872"/>
            <a:ext cx="10515600" cy="5437528"/>
          </a:xfrm>
        </p:spPr>
        <p:txBody>
          <a:bodyPr>
            <a:normAutofit/>
          </a:bodyPr>
          <a:lstStyle/>
          <a:p>
            <a:pPr marL="0" indent="0">
              <a:lnSpc>
                <a:spcPct val="150000"/>
              </a:lnSpc>
              <a:spcBef>
                <a:spcPts val="0"/>
              </a:spcBef>
              <a:buNone/>
            </a:pPr>
            <a:r>
              <a:rPr lang="sv-SE" b="1" dirty="0"/>
              <a:t>Analisis system adalah </a:t>
            </a:r>
            <a:r>
              <a:rPr lang="sv-SE" dirty="0"/>
              <a:t>mendefinisikan kebutuhan terkait system yang akan dikembangkan. Jadi, hasil akhir dari tahap analisis di sini adalah sebuah dokumen yang menjelaskan mengenai spesifikasi kebutuhan system informasi atau SRS (Software Requirement Spesification).</a:t>
            </a:r>
          </a:p>
          <a:p>
            <a:pPr>
              <a:lnSpc>
                <a:spcPct val="150000"/>
              </a:lnSpc>
              <a:spcBef>
                <a:spcPts val="0"/>
              </a:spcBef>
            </a:pPr>
            <a:endParaRPr lang="sv-SE" dirty="0"/>
          </a:p>
        </p:txBody>
      </p:sp>
      <p:sp>
        <p:nvSpPr>
          <p:cNvPr id="6" name="Title 2"/>
          <p:cNvSpPr>
            <a:spLocks noGrp="1"/>
          </p:cNvSpPr>
          <p:nvPr>
            <p:ph type="title"/>
          </p:nvPr>
        </p:nvSpPr>
        <p:spPr>
          <a:xfrm>
            <a:off x="838200" y="16790"/>
            <a:ext cx="10515600" cy="868582"/>
          </a:xfrm>
        </p:spPr>
        <p:txBody>
          <a:bodyPr>
            <a:normAutofit/>
          </a:bodyPr>
          <a:lstStyle/>
          <a:p>
            <a:r>
              <a:rPr lang="en-US" dirty="0" err="1"/>
              <a:t>Pengertian</a:t>
            </a:r>
            <a:r>
              <a:rPr lang="en-US" dirty="0"/>
              <a:t> </a:t>
            </a:r>
            <a:r>
              <a:rPr lang="en-US" dirty="0" err="1"/>
              <a:t>Analisa</a:t>
            </a:r>
            <a:r>
              <a:rPr lang="en-US" dirty="0"/>
              <a:t> </a:t>
            </a:r>
            <a:r>
              <a:rPr lang="en-US" dirty="0" err="1"/>
              <a:t>Sistem</a:t>
            </a:r>
            <a:endParaRPr lang="id-ID" sz="3600" b="1" dirty="0"/>
          </a:p>
        </p:txBody>
      </p:sp>
    </p:spTree>
    <p:extLst>
      <p:ext uri="{BB962C8B-B14F-4D97-AF65-F5344CB8AC3E}">
        <p14:creationId xmlns:p14="http://schemas.microsoft.com/office/powerpoint/2010/main" val="1852960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10E4A4DB-036F-4816-A98C-42C4167E83C5}" type="slidenum">
              <a:rPr lang="en-US" sz="2400" b="1" smtClean="0">
                <a:solidFill>
                  <a:srgbClr val="FF0000"/>
                </a:solidFill>
              </a:rPr>
              <a:pPr/>
              <a:t>4</a:t>
            </a:fld>
            <a:endParaRPr lang="en-US" sz="2400" b="1" dirty="0">
              <a:solidFill>
                <a:srgbClr val="FF0000"/>
              </a:solidFill>
            </a:endParaRPr>
          </a:p>
        </p:txBody>
      </p:sp>
      <p:sp>
        <p:nvSpPr>
          <p:cNvPr id="5" name="Content Placeholder 1"/>
          <p:cNvSpPr>
            <a:spLocks noGrp="1"/>
          </p:cNvSpPr>
          <p:nvPr>
            <p:ph idx="1"/>
          </p:nvPr>
        </p:nvSpPr>
        <p:spPr>
          <a:xfrm>
            <a:off x="1057141" y="419100"/>
            <a:ext cx="10515600" cy="6248400"/>
          </a:xfrm>
        </p:spPr>
        <p:txBody>
          <a:bodyPr>
            <a:normAutofit lnSpcReduction="10000"/>
          </a:bodyPr>
          <a:lstStyle/>
          <a:p>
            <a:pPr marL="0" indent="0">
              <a:buNone/>
            </a:pPr>
            <a:r>
              <a:rPr lang="en-US" dirty="0"/>
              <a:t>Proses </a:t>
            </a:r>
            <a:r>
              <a:rPr lang="en-US" dirty="0" err="1"/>
              <a:t>analisis</a:t>
            </a:r>
            <a:r>
              <a:rPr lang="en-US" dirty="0"/>
              <a:t> </a:t>
            </a:r>
            <a:r>
              <a:rPr lang="en-US" dirty="0" err="1"/>
              <a:t>merupakan</a:t>
            </a:r>
            <a:r>
              <a:rPr lang="en-US" dirty="0"/>
              <a:t> </a:t>
            </a:r>
            <a:r>
              <a:rPr lang="en-US" dirty="0" err="1"/>
              <a:t>aktivitas</a:t>
            </a:r>
            <a:r>
              <a:rPr lang="en-US" dirty="0"/>
              <a:t> yang </a:t>
            </a:r>
            <a:r>
              <a:rPr lang="en-US" dirty="0" err="1"/>
              <a:t>dilakukan</a:t>
            </a:r>
            <a:r>
              <a:rPr lang="en-US" dirty="0"/>
              <a:t> </a:t>
            </a:r>
            <a:r>
              <a:rPr lang="en-US" dirty="0" err="1"/>
              <a:t>untuk</a:t>
            </a:r>
            <a:r>
              <a:rPr lang="en-US" dirty="0"/>
              <a:t> </a:t>
            </a:r>
            <a:r>
              <a:rPr lang="en-US" dirty="0" err="1"/>
              <a:t>mengetahui</a:t>
            </a:r>
            <a:r>
              <a:rPr lang="en-US" dirty="0"/>
              <a:t>:</a:t>
            </a:r>
          </a:p>
          <a:p>
            <a:pPr marL="514350" lvl="0" indent="-514350">
              <a:buFont typeface="+mj-lt"/>
              <a:buAutoNum type="arabicPeriod"/>
            </a:pPr>
            <a:r>
              <a:rPr lang="en-US" dirty="0" err="1"/>
              <a:t>Apakah</a:t>
            </a:r>
            <a:r>
              <a:rPr lang="en-US" dirty="0"/>
              <a:t> system yang </a:t>
            </a:r>
            <a:r>
              <a:rPr lang="en-US" dirty="0" err="1"/>
              <a:t>sedang</a:t>
            </a:r>
            <a:r>
              <a:rPr lang="en-US" dirty="0"/>
              <a:t> </a:t>
            </a:r>
            <a:r>
              <a:rPr lang="en-US" dirty="0" err="1"/>
              <a:t>berjalan</a:t>
            </a:r>
            <a:r>
              <a:rPr lang="en-US" dirty="0"/>
              <a:t> </a:t>
            </a:r>
            <a:r>
              <a:rPr lang="en-US" dirty="0" err="1"/>
              <a:t>sudah</a:t>
            </a:r>
            <a:r>
              <a:rPr lang="en-US" dirty="0"/>
              <a:t> </a:t>
            </a:r>
            <a:r>
              <a:rPr lang="en-US" dirty="0" err="1"/>
              <a:t>dapat</a:t>
            </a:r>
            <a:r>
              <a:rPr lang="en-US" dirty="0"/>
              <a:t> </a:t>
            </a:r>
            <a:r>
              <a:rPr lang="en-US" dirty="0" err="1"/>
              <a:t>mencapai</a:t>
            </a:r>
            <a:r>
              <a:rPr lang="en-US" dirty="0"/>
              <a:t> </a:t>
            </a:r>
            <a:r>
              <a:rPr lang="en-US" dirty="0" err="1"/>
              <a:t>tujuannya</a:t>
            </a:r>
            <a:r>
              <a:rPr lang="en-US" dirty="0"/>
              <a:t>? </a:t>
            </a:r>
            <a:r>
              <a:rPr lang="en-US" dirty="0" err="1"/>
              <a:t>Jika</a:t>
            </a:r>
            <a:r>
              <a:rPr lang="en-US" dirty="0"/>
              <a:t> </a:t>
            </a:r>
            <a:r>
              <a:rPr lang="en-US" dirty="0" err="1"/>
              <a:t>belum</a:t>
            </a:r>
            <a:r>
              <a:rPr lang="en-US" dirty="0"/>
              <a:t>, </a:t>
            </a:r>
            <a:r>
              <a:rPr lang="en-US" dirty="0" err="1"/>
              <a:t>mengapa</a:t>
            </a:r>
            <a:r>
              <a:rPr lang="en-US" dirty="0"/>
              <a:t>?</a:t>
            </a:r>
          </a:p>
          <a:p>
            <a:pPr marL="514350" lvl="0" indent="-514350">
              <a:buFont typeface="+mj-lt"/>
              <a:buAutoNum type="arabicPeriod"/>
            </a:pPr>
            <a:r>
              <a:rPr lang="en-US" dirty="0" err="1"/>
              <a:t>Apakah</a:t>
            </a:r>
            <a:r>
              <a:rPr lang="en-US" dirty="0"/>
              <a:t> system yang </a:t>
            </a:r>
            <a:r>
              <a:rPr lang="en-US" dirty="0" err="1"/>
              <a:t>berjalan</a:t>
            </a:r>
            <a:r>
              <a:rPr lang="en-US" dirty="0"/>
              <a:t> </a:t>
            </a:r>
            <a:r>
              <a:rPr lang="en-US" dirty="0" err="1"/>
              <a:t>sudah</a:t>
            </a:r>
            <a:r>
              <a:rPr lang="en-US" dirty="0"/>
              <a:t> </a:t>
            </a:r>
            <a:r>
              <a:rPr lang="en-US" dirty="0" err="1"/>
              <a:t>beroperasi</a:t>
            </a:r>
            <a:r>
              <a:rPr lang="en-US" dirty="0"/>
              <a:t> </a:t>
            </a:r>
            <a:r>
              <a:rPr lang="en-US" dirty="0" err="1"/>
              <a:t>dalam</a:t>
            </a:r>
            <a:r>
              <a:rPr lang="en-US" dirty="0"/>
              <a:t> </a:t>
            </a:r>
            <a:r>
              <a:rPr lang="en-US" dirty="0" err="1"/>
              <a:t>ukuran</a:t>
            </a:r>
            <a:r>
              <a:rPr lang="en-US" dirty="0"/>
              <a:t> </a:t>
            </a:r>
            <a:r>
              <a:rPr lang="en-US" dirty="0" err="1"/>
              <a:t>waktu</a:t>
            </a:r>
            <a:r>
              <a:rPr lang="en-US" dirty="0"/>
              <a:t> yang </a:t>
            </a:r>
            <a:r>
              <a:rPr lang="en-US" dirty="0" err="1"/>
              <a:t>wajar</a:t>
            </a:r>
            <a:r>
              <a:rPr lang="en-US" dirty="0"/>
              <a:t>? </a:t>
            </a:r>
            <a:r>
              <a:rPr lang="en-US" dirty="0" err="1"/>
              <a:t>Dapatkan</a:t>
            </a:r>
            <a:r>
              <a:rPr lang="en-US" dirty="0"/>
              <a:t> </a:t>
            </a:r>
            <a:r>
              <a:rPr lang="en-US" dirty="0" err="1"/>
              <a:t>waktu</a:t>
            </a:r>
            <a:r>
              <a:rPr lang="en-US" dirty="0"/>
              <a:t> proses </a:t>
            </a:r>
            <a:r>
              <a:rPr lang="en-US" dirty="0" err="1"/>
              <a:t>dipersingkat</a:t>
            </a:r>
            <a:r>
              <a:rPr lang="en-US" dirty="0"/>
              <a:t> / </a:t>
            </a:r>
            <a:r>
              <a:rPr lang="en-US" dirty="0" err="1"/>
              <a:t>dipercepat</a:t>
            </a:r>
            <a:r>
              <a:rPr lang="en-US" dirty="0"/>
              <a:t>?</a:t>
            </a:r>
          </a:p>
          <a:p>
            <a:pPr marL="514350" lvl="0" indent="-514350">
              <a:buFont typeface="+mj-lt"/>
              <a:buAutoNum type="arabicPeriod"/>
            </a:pPr>
            <a:r>
              <a:rPr lang="en-US" dirty="0" err="1"/>
              <a:t>Apakah</a:t>
            </a:r>
            <a:r>
              <a:rPr lang="en-US" dirty="0"/>
              <a:t> </a:t>
            </a:r>
            <a:r>
              <a:rPr lang="en-US" dirty="0" err="1"/>
              <a:t>ada</a:t>
            </a:r>
            <a:r>
              <a:rPr lang="en-US" dirty="0"/>
              <a:t> </a:t>
            </a:r>
            <a:r>
              <a:rPr lang="en-US" dirty="0" err="1"/>
              <a:t>kegiatan</a:t>
            </a:r>
            <a:r>
              <a:rPr lang="en-US" dirty="0"/>
              <a:t> yang </a:t>
            </a:r>
            <a:r>
              <a:rPr lang="en-US" dirty="0" err="1"/>
              <a:t>duplikat</a:t>
            </a:r>
            <a:r>
              <a:rPr lang="en-US" dirty="0"/>
              <a:t> </a:t>
            </a:r>
            <a:r>
              <a:rPr lang="en-US" dirty="0" err="1"/>
              <a:t>pada</a:t>
            </a:r>
            <a:r>
              <a:rPr lang="en-US" dirty="0"/>
              <a:t> system </a:t>
            </a:r>
            <a:r>
              <a:rPr lang="en-US" dirty="0" err="1"/>
              <a:t>berjalan</a:t>
            </a:r>
            <a:r>
              <a:rPr lang="en-US" dirty="0"/>
              <a:t>, </a:t>
            </a:r>
            <a:r>
              <a:rPr lang="en-US" dirty="0" err="1"/>
              <a:t>yaitu</a:t>
            </a:r>
            <a:r>
              <a:rPr lang="en-US" dirty="0"/>
              <a:t> </a:t>
            </a:r>
            <a:r>
              <a:rPr lang="en-US" dirty="0" err="1"/>
              <a:t>hal</a:t>
            </a:r>
            <a:r>
              <a:rPr lang="en-US" dirty="0"/>
              <a:t> yang </a:t>
            </a:r>
            <a:r>
              <a:rPr lang="en-US" dirty="0" err="1"/>
              <a:t>dikerjakan</a:t>
            </a:r>
            <a:r>
              <a:rPr lang="en-US" dirty="0"/>
              <a:t> </a:t>
            </a:r>
            <a:r>
              <a:rPr lang="en-US" dirty="0" err="1"/>
              <a:t>dua</a:t>
            </a:r>
            <a:r>
              <a:rPr lang="en-US" dirty="0"/>
              <a:t> kali?</a:t>
            </a:r>
          </a:p>
          <a:p>
            <a:pPr marL="514350" lvl="0" indent="-514350">
              <a:buFont typeface="+mj-lt"/>
              <a:buAutoNum type="arabicPeriod"/>
            </a:pPr>
            <a:r>
              <a:rPr lang="en-US" dirty="0" err="1"/>
              <a:t>Apakah</a:t>
            </a:r>
            <a:r>
              <a:rPr lang="en-US" dirty="0"/>
              <a:t> </a:t>
            </a:r>
            <a:r>
              <a:rPr lang="en-US" dirty="0" err="1"/>
              <a:t>terdapat</a:t>
            </a:r>
            <a:r>
              <a:rPr lang="en-US" dirty="0"/>
              <a:t> </a:t>
            </a:r>
            <a:r>
              <a:rPr lang="en-US" dirty="0" err="1"/>
              <a:t>konflik</a:t>
            </a:r>
            <a:r>
              <a:rPr lang="en-US" dirty="0"/>
              <a:t> </a:t>
            </a:r>
            <a:r>
              <a:rPr lang="en-US" dirty="0" err="1"/>
              <a:t>pada</a:t>
            </a:r>
            <a:r>
              <a:rPr lang="en-US" dirty="0"/>
              <a:t> system? </a:t>
            </a:r>
            <a:r>
              <a:rPr lang="en-US" dirty="0" err="1"/>
              <a:t>Apakah</a:t>
            </a:r>
            <a:r>
              <a:rPr lang="en-US" dirty="0"/>
              <a:t> </a:t>
            </a:r>
            <a:r>
              <a:rPr lang="en-US" dirty="0" err="1"/>
              <a:t>satu</a:t>
            </a:r>
            <a:r>
              <a:rPr lang="en-US" dirty="0"/>
              <a:t> proses </a:t>
            </a:r>
            <a:r>
              <a:rPr lang="en-US" dirty="0" err="1"/>
              <a:t>dapat</a:t>
            </a:r>
            <a:r>
              <a:rPr lang="en-US" dirty="0"/>
              <a:t> </a:t>
            </a:r>
            <a:r>
              <a:rPr lang="en-US" dirty="0" err="1"/>
              <a:t>berlawanan</a:t>
            </a:r>
            <a:r>
              <a:rPr lang="en-US" dirty="0"/>
              <a:t> </a:t>
            </a:r>
            <a:r>
              <a:rPr lang="en-US" dirty="0" err="1"/>
              <a:t>dengan</a:t>
            </a:r>
            <a:r>
              <a:rPr lang="en-US" dirty="0"/>
              <a:t> proses </a:t>
            </a:r>
            <a:r>
              <a:rPr lang="en-US" dirty="0" err="1"/>
              <a:t>lainnya</a:t>
            </a:r>
            <a:r>
              <a:rPr lang="en-US" dirty="0"/>
              <a:t>?</a:t>
            </a:r>
          </a:p>
          <a:p>
            <a:pPr marL="514350" lvl="0" indent="-514350">
              <a:buFont typeface="+mj-lt"/>
              <a:buAutoNum type="arabicPeriod"/>
            </a:pPr>
            <a:r>
              <a:rPr lang="en-US" dirty="0" err="1"/>
              <a:t>Apakah</a:t>
            </a:r>
            <a:r>
              <a:rPr lang="en-US" dirty="0"/>
              <a:t> </a:t>
            </a:r>
            <a:r>
              <a:rPr lang="en-US" dirty="0" err="1"/>
              <a:t>ada</a:t>
            </a:r>
            <a:r>
              <a:rPr lang="en-US" dirty="0"/>
              <a:t> proses, </a:t>
            </a:r>
            <a:r>
              <a:rPr lang="en-US" dirty="0" err="1"/>
              <a:t>dokumen</a:t>
            </a:r>
            <a:r>
              <a:rPr lang="en-US" dirty="0"/>
              <a:t>, </a:t>
            </a:r>
            <a:r>
              <a:rPr lang="en-US" dirty="0" err="1"/>
              <a:t>referensi</a:t>
            </a:r>
            <a:r>
              <a:rPr lang="en-US" dirty="0"/>
              <a:t> yang </a:t>
            </a:r>
            <a:r>
              <a:rPr lang="en-US" dirty="0" err="1"/>
              <a:t>tidak</a:t>
            </a:r>
            <a:r>
              <a:rPr lang="en-US" dirty="0"/>
              <a:t> </a:t>
            </a:r>
            <a:r>
              <a:rPr lang="en-US" dirty="0" err="1"/>
              <a:t>jelas</a:t>
            </a:r>
            <a:r>
              <a:rPr lang="en-US" dirty="0"/>
              <a:t> </a:t>
            </a:r>
            <a:r>
              <a:rPr lang="en-US" dirty="0" err="1"/>
              <a:t>tujuan</a:t>
            </a:r>
            <a:r>
              <a:rPr lang="en-US" dirty="0"/>
              <a:t> </a:t>
            </a:r>
            <a:r>
              <a:rPr lang="en-US" dirty="0" err="1"/>
              <a:t>dan</a:t>
            </a:r>
            <a:r>
              <a:rPr lang="en-US" dirty="0"/>
              <a:t> </a:t>
            </a:r>
            <a:r>
              <a:rPr lang="en-US" dirty="0" err="1"/>
              <a:t>pemanfaatannya</a:t>
            </a:r>
            <a:r>
              <a:rPr lang="en-US" dirty="0"/>
              <a:t>?</a:t>
            </a:r>
          </a:p>
          <a:p>
            <a:pPr marL="514350" lvl="0" indent="-514350">
              <a:buFont typeface="+mj-lt"/>
              <a:buAutoNum type="arabicPeriod"/>
            </a:pPr>
            <a:r>
              <a:rPr lang="en-US" dirty="0" err="1"/>
              <a:t>Apakah</a:t>
            </a:r>
            <a:r>
              <a:rPr lang="en-US" dirty="0"/>
              <a:t> </a:t>
            </a:r>
            <a:r>
              <a:rPr lang="en-US" dirty="0" err="1"/>
              <a:t>hasil</a:t>
            </a:r>
            <a:r>
              <a:rPr lang="en-US" dirty="0"/>
              <a:t> </a:t>
            </a:r>
            <a:r>
              <a:rPr lang="en-US" dirty="0" err="1"/>
              <a:t>dari</a:t>
            </a:r>
            <a:r>
              <a:rPr lang="en-US" dirty="0"/>
              <a:t> system </a:t>
            </a:r>
            <a:r>
              <a:rPr lang="en-US" dirty="0" err="1"/>
              <a:t>atau</a:t>
            </a:r>
            <a:r>
              <a:rPr lang="en-US" dirty="0"/>
              <a:t> output system </a:t>
            </a:r>
            <a:r>
              <a:rPr lang="en-US" dirty="0" err="1"/>
              <a:t>bersifat</a:t>
            </a:r>
            <a:r>
              <a:rPr lang="en-US" dirty="0"/>
              <a:t> </a:t>
            </a:r>
            <a:r>
              <a:rPr lang="en-US" dirty="0" err="1"/>
              <a:t>jelas</a:t>
            </a:r>
            <a:r>
              <a:rPr lang="en-US" dirty="0"/>
              <a:t>, </a:t>
            </a:r>
            <a:r>
              <a:rPr lang="en-US" dirty="0" err="1"/>
              <a:t>tidak</a:t>
            </a:r>
            <a:r>
              <a:rPr lang="en-US" dirty="0"/>
              <a:t> bias </a:t>
            </a:r>
            <a:r>
              <a:rPr lang="en-US" dirty="0" err="1"/>
              <a:t>dalam</a:t>
            </a:r>
            <a:r>
              <a:rPr lang="en-US" dirty="0"/>
              <a:t> </a:t>
            </a:r>
            <a:r>
              <a:rPr lang="en-US" dirty="0" err="1"/>
              <a:t>pencapaian</a:t>
            </a:r>
            <a:r>
              <a:rPr lang="en-US" dirty="0"/>
              <a:t> </a:t>
            </a:r>
            <a:r>
              <a:rPr lang="en-US" dirty="0" err="1"/>
              <a:t>tujuan</a:t>
            </a:r>
            <a:r>
              <a:rPr lang="en-US" dirty="0"/>
              <a:t> system?</a:t>
            </a:r>
          </a:p>
        </p:txBody>
      </p:sp>
    </p:spTree>
    <p:extLst>
      <p:ext uri="{BB962C8B-B14F-4D97-AF65-F5344CB8AC3E}">
        <p14:creationId xmlns:p14="http://schemas.microsoft.com/office/powerpoint/2010/main" val="423220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10E4A4DB-036F-4816-A98C-42C4167E83C5}" type="slidenum">
              <a:rPr lang="en-US" sz="2400" b="1" smtClean="0">
                <a:solidFill>
                  <a:srgbClr val="FF0000"/>
                </a:solidFill>
              </a:rPr>
              <a:pPr/>
              <a:t>5</a:t>
            </a:fld>
            <a:endParaRPr lang="en-US" sz="2400" b="1" dirty="0">
              <a:solidFill>
                <a:srgbClr val="FF0000"/>
              </a:solidFill>
            </a:endParaRPr>
          </a:p>
        </p:txBody>
      </p:sp>
      <p:sp>
        <p:nvSpPr>
          <p:cNvPr id="5" name="Content Placeholder 1"/>
          <p:cNvSpPr>
            <a:spLocks noGrp="1"/>
          </p:cNvSpPr>
          <p:nvPr>
            <p:ph idx="1"/>
          </p:nvPr>
        </p:nvSpPr>
        <p:spPr>
          <a:xfrm>
            <a:off x="1057141" y="304800"/>
            <a:ext cx="10515600" cy="6197600"/>
          </a:xfrm>
        </p:spPr>
        <p:txBody>
          <a:bodyPr>
            <a:normAutofit lnSpcReduction="10000"/>
          </a:bodyPr>
          <a:lstStyle/>
          <a:p>
            <a:pPr marL="0" indent="0">
              <a:buNone/>
            </a:pPr>
            <a:r>
              <a:rPr lang="en-US" dirty="0" err="1"/>
              <a:t>Beberapa</a:t>
            </a:r>
            <a:r>
              <a:rPr lang="en-US" dirty="0"/>
              <a:t> </a:t>
            </a:r>
            <a:r>
              <a:rPr lang="en-US" dirty="0" err="1"/>
              <a:t>prinsip</a:t>
            </a:r>
            <a:r>
              <a:rPr lang="en-US" dirty="0"/>
              <a:t> yang </a:t>
            </a:r>
            <a:r>
              <a:rPr lang="en-US" dirty="0" err="1"/>
              <a:t>harus</a:t>
            </a:r>
            <a:r>
              <a:rPr lang="en-US" dirty="0"/>
              <a:t> </a:t>
            </a:r>
            <a:r>
              <a:rPr lang="en-US" dirty="0" err="1"/>
              <a:t>dilakuan</a:t>
            </a:r>
            <a:r>
              <a:rPr lang="en-US" dirty="0"/>
              <a:t> </a:t>
            </a:r>
            <a:r>
              <a:rPr lang="en-US" dirty="0" err="1"/>
              <a:t>dalam</a:t>
            </a:r>
            <a:r>
              <a:rPr lang="en-US" dirty="0"/>
              <a:t> proses </a:t>
            </a:r>
            <a:r>
              <a:rPr lang="en-US" dirty="0" err="1"/>
              <a:t>analisis</a:t>
            </a:r>
            <a:r>
              <a:rPr lang="en-US" dirty="0"/>
              <a:t> system </a:t>
            </a:r>
            <a:r>
              <a:rPr lang="en-US" dirty="0" err="1"/>
              <a:t>informasi</a:t>
            </a:r>
            <a:r>
              <a:rPr lang="en-US" dirty="0"/>
              <a:t> </a:t>
            </a:r>
            <a:r>
              <a:rPr lang="en-US" dirty="0" err="1"/>
              <a:t>adalah</a:t>
            </a:r>
            <a:r>
              <a:rPr lang="en-US" dirty="0"/>
              <a:t>:</a:t>
            </a:r>
          </a:p>
          <a:p>
            <a:pPr marL="514350" lvl="0" indent="-514350">
              <a:buFont typeface="+mj-lt"/>
              <a:buAutoNum type="arabicPeriod"/>
            </a:pPr>
            <a:r>
              <a:rPr lang="en-US" dirty="0" err="1"/>
              <a:t>Mengacu</a:t>
            </a:r>
            <a:r>
              <a:rPr lang="en-US" dirty="0"/>
              <a:t> </a:t>
            </a:r>
            <a:r>
              <a:rPr lang="en-US" dirty="0" err="1"/>
              <a:t>pada</a:t>
            </a:r>
            <a:r>
              <a:rPr lang="en-US" dirty="0"/>
              <a:t> </a:t>
            </a:r>
            <a:r>
              <a:rPr lang="en-US" dirty="0" err="1"/>
              <a:t>tujuan</a:t>
            </a:r>
            <a:r>
              <a:rPr lang="en-US" dirty="0"/>
              <a:t> </a:t>
            </a:r>
            <a:r>
              <a:rPr lang="en-US" dirty="0" err="1"/>
              <a:t>dan</a:t>
            </a:r>
            <a:r>
              <a:rPr lang="en-US" dirty="0"/>
              <a:t> </a:t>
            </a:r>
            <a:r>
              <a:rPr lang="en-US" dirty="0" err="1"/>
              <a:t>kepentingan</a:t>
            </a:r>
            <a:r>
              <a:rPr lang="en-US" dirty="0"/>
              <a:t> </a:t>
            </a:r>
            <a:r>
              <a:rPr lang="en-US" dirty="0" err="1"/>
              <a:t>bisnis</a:t>
            </a:r>
            <a:r>
              <a:rPr lang="en-US" dirty="0"/>
              <a:t> </a:t>
            </a:r>
            <a:r>
              <a:rPr lang="en-US" dirty="0" err="1"/>
              <a:t>organisasi</a:t>
            </a:r>
            <a:r>
              <a:rPr lang="en-US" dirty="0"/>
              <a:t> </a:t>
            </a:r>
            <a:r>
              <a:rPr lang="en-US" dirty="0" err="1"/>
              <a:t>secara</a:t>
            </a:r>
            <a:r>
              <a:rPr lang="en-US" dirty="0"/>
              <a:t> </a:t>
            </a:r>
            <a:r>
              <a:rPr lang="en-US" dirty="0" err="1"/>
              <a:t>keseluruhan</a:t>
            </a:r>
            <a:r>
              <a:rPr lang="en-US" dirty="0"/>
              <a:t>, </a:t>
            </a:r>
            <a:r>
              <a:rPr lang="en-US" dirty="0" err="1"/>
              <a:t>bukan</a:t>
            </a:r>
            <a:r>
              <a:rPr lang="en-US" dirty="0"/>
              <a:t> </a:t>
            </a:r>
            <a:r>
              <a:rPr lang="en-US" dirty="0" err="1"/>
              <a:t>pada</a:t>
            </a:r>
            <a:r>
              <a:rPr lang="en-US" dirty="0"/>
              <a:t> </a:t>
            </a:r>
            <a:r>
              <a:rPr lang="en-US" dirty="0" err="1"/>
              <a:t>kepentingan</a:t>
            </a:r>
            <a:r>
              <a:rPr lang="en-US" dirty="0"/>
              <a:t> </a:t>
            </a:r>
            <a:r>
              <a:rPr lang="en-US" dirty="0" err="1"/>
              <a:t>satu</a:t>
            </a:r>
            <a:r>
              <a:rPr lang="en-US" dirty="0"/>
              <a:t> unit/</a:t>
            </a:r>
            <a:r>
              <a:rPr lang="en-US" dirty="0" err="1"/>
              <a:t>bagian</a:t>
            </a:r>
            <a:r>
              <a:rPr lang="en-US" dirty="0"/>
              <a:t>.</a:t>
            </a:r>
          </a:p>
          <a:p>
            <a:pPr marL="514350" lvl="0" indent="-514350">
              <a:buFont typeface="+mj-lt"/>
              <a:buAutoNum type="arabicPeriod"/>
            </a:pPr>
            <a:r>
              <a:rPr lang="en-US" dirty="0" err="1"/>
              <a:t>Mempertimbangkan</a:t>
            </a:r>
            <a:r>
              <a:rPr lang="en-US" dirty="0"/>
              <a:t> data-data </a:t>
            </a:r>
            <a:r>
              <a:rPr lang="en-US" dirty="0" err="1"/>
              <a:t>dan</a:t>
            </a:r>
            <a:r>
              <a:rPr lang="en-US" dirty="0"/>
              <a:t> system yang </a:t>
            </a:r>
            <a:r>
              <a:rPr lang="en-US" dirty="0" err="1"/>
              <a:t>sudah</a:t>
            </a:r>
            <a:r>
              <a:rPr lang="en-US" dirty="0"/>
              <a:t> </a:t>
            </a:r>
            <a:r>
              <a:rPr lang="en-US" dirty="0" err="1"/>
              <a:t>berjalan</a:t>
            </a:r>
            <a:r>
              <a:rPr lang="en-US" dirty="0"/>
              <a:t>, </a:t>
            </a:r>
            <a:r>
              <a:rPr lang="en-US" dirty="0" err="1"/>
              <a:t>serta</a:t>
            </a:r>
            <a:r>
              <a:rPr lang="en-US" dirty="0"/>
              <a:t> </a:t>
            </a:r>
            <a:r>
              <a:rPr lang="en-US" dirty="0" err="1"/>
              <a:t>memikirkan</a:t>
            </a:r>
            <a:r>
              <a:rPr lang="en-US" dirty="0"/>
              <a:t> </a:t>
            </a:r>
            <a:r>
              <a:rPr lang="en-US" dirty="0" err="1"/>
              <a:t>strategi</a:t>
            </a:r>
            <a:r>
              <a:rPr lang="en-US" dirty="0"/>
              <a:t> </a:t>
            </a:r>
            <a:r>
              <a:rPr lang="en-US" dirty="0" err="1"/>
              <a:t>interkoneksi</a:t>
            </a:r>
            <a:r>
              <a:rPr lang="en-US" dirty="0"/>
              <a:t> </a:t>
            </a:r>
            <a:r>
              <a:rPr lang="en-US" dirty="0" err="1"/>
              <a:t>atau</a:t>
            </a:r>
            <a:r>
              <a:rPr lang="en-US" dirty="0"/>
              <a:t> </a:t>
            </a:r>
            <a:r>
              <a:rPr lang="en-US" dirty="0" err="1"/>
              <a:t>keterkaitan</a:t>
            </a:r>
            <a:r>
              <a:rPr lang="en-US" dirty="0"/>
              <a:t> </a:t>
            </a:r>
            <a:r>
              <a:rPr lang="en-US" dirty="0" err="1"/>
              <a:t>dengan</a:t>
            </a:r>
            <a:r>
              <a:rPr lang="en-US" dirty="0"/>
              <a:t> data </a:t>
            </a:r>
            <a:r>
              <a:rPr lang="en-US" dirty="0" err="1"/>
              <a:t>pada</a:t>
            </a:r>
            <a:r>
              <a:rPr lang="en-US" dirty="0"/>
              <a:t> system yang </a:t>
            </a:r>
            <a:r>
              <a:rPr lang="en-US" dirty="0" err="1"/>
              <a:t>sudah</a:t>
            </a:r>
            <a:r>
              <a:rPr lang="en-US" dirty="0"/>
              <a:t> </a:t>
            </a:r>
            <a:r>
              <a:rPr lang="en-US" dirty="0" err="1"/>
              <a:t>ada</a:t>
            </a:r>
            <a:r>
              <a:rPr lang="en-US" dirty="0"/>
              <a:t> (legacy system).</a:t>
            </a:r>
          </a:p>
          <a:p>
            <a:pPr marL="514350" lvl="0" indent="-514350">
              <a:buFont typeface="+mj-lt"/>
              <a:buAutoNum type="arabicPeriod"/>
            </a:pPr>
            <a:r>
              <a:rPr lang="en-US" dirty="0" err="1"/>
              <a:t>Selalu</a:t>
            </a:r>
            <a:r>
              <a:rPr lang="en-US" dirty="0"/>
              <a:t> </a:t>
            </a:r>
            <a:r>
              <a:rPr lang="en-US" dirty="0" err="1"/>
              <a:t>melibatkan</a:t>
            </a:r>
            <a:r>
              <a:rPr lang="en-US" dirty="0"/>
              <a:t> </a:t>
            </a:r>
            <a:r>
              <a:rPr lang="en-US" dirty="0" err="1"/>
              <a:t>semua</a:t>
            </a:r>
            <a:r>
              <a:rPr lang="en-US" dirty="0"/>
              <a:t> </a:t>
            </a:r>
            <a:r>
              <a:rPr lang="en-US" dirty="0" err="1"/>
              <a:t>pihak</a:t>
            </a:r>
            <a:r>
              <a:rPr lang="en-US" dirty="0"/>
              <a:t> yang </a:t>
            </a:r>
            <a:r>
              <a:rPr lang="en-US" dirty="0" err="1"/>
              <a:t>berkepentingan</a:t>
            </a:r>
            <a:r>
              <a:rPr lang="en-US" dirty="0"/>
              <a:t>, </a:t>
            </a:r>
            <a:r>
              <a:rPr lang="en-US" dirty="0" err="1"/>
              <a:t>terutama</a:t>
            </a:r>
            <a:r>
              <a:rPr lang="en-US" dirty="0"/>
              <a:t> </a:t>
            </a:r>
            <a:r>
              <a:rPr lang="en-US" dirty="0" err="1"/>
              <a:t>dalam</a:t>
            </a:r>
            <a:r>
              <a:rPr lang="en-US" dirty="0"/>
              <a:t> proses </a:t>
            </a:r>
            <a:r>
              <a:rPr lang="en-US" dirty="0" err="1"/>
              <a:t>mengidentifikasi</a:t>
            </a:r>
            <a:r>
              <a:rPr lang="en-US" dirty="0"/>
              <a:t> </a:t>
            </a:r>
            <a:r>
              <a:rPr lang="en-US" dirty="0" err="1"/>
              <a:t>kebutuhan</a:t>
            </a:r>
            <a:r>
              <a:rPr lang="en-US" dirty="0"/>
              <a:t> data/</a:t>
            </a:r>
            <a:r>
              <a:rPr lang="en-US" dirty="0" err="1"/>
              <a:t>informasi</a:t>
            </a:r>
            <a:r>
              <a:rPr lang="en-US" dirty="0"/>
              <a:t>.</a:t>
            </a:r>
          </a:p>
          <a:p>
            <a:pPr marL="514350" lvl="0" indent="-514350">
              <a:buFont typeface="+mj-lt"/>
              <a:buAutoNum type="arabicPeriod"/>
            </a:pPr>
            <a:r>
              <a:rPr lang="en-US" dirty="0" err="1"/>
              <a:t>Memperhatikan</a:t>
            </a:r>
            <a:r>
              <a:rPr lang="en-US" dirty="0"/>
              <a:t> </a:t>
            </a:r>
            <a:r>
              <a:rPr lang="en-US" dirty="0" err="1"/>
              <a:t>semua</a:t>
            </a:r>
            <a:r>
              <a:rPr lang="en-US" dirty="0"/>
              <a:t> </a:t>
            </a:r>
            <a:r>
              <a:rPr lang="en-US" dirty="0" err="1"/>
              <a:t>aturan</a:t>
            </a:r>
            <a:r>
              <a:rPr lang="en-US" dirty="0"/>
              <a:t> </a:t>
            </a:r>
            <a:r>
              <a:rPr lang="en-US" dirty="0" err="1"/>
              <a:t>dan</a:t>
            </a:r>
            <a:r>
              <a:rPr lang="en-US" dirty="0"/>
              <a:t> </a:t>
            </a:r>
            <a:r>
              <a:rPr lang="en-US" dirty="0" err="1"/>
              <a:t>kebijakan</a:t>
            </a:r>
            <a:r>
              <a:rPr lang="en-US" dirty="0"/>
              <a:t> yang </a:t>
            </a:r>
            <a:r>
              <a:rPr lang="en-US" dirty="0" err="1"/>
              <a:t>berlaku</a:t>
            </a:r>
            <a:r>
              <a:rPr lang="en-US" dirty="0"/>
              <a:t>, </a:t>
            </a:r>
            <a:r>
              <a:rPr lang="en-US" dirty="0" err="1"/>
              <a:t>baik</a:t>
            </a:r>
            <a:r>
              <a:rPr lang="en-US" dirty="0"/>
              <a:t> </a:t>
            </a:r>
            <a:r>
              <a:rPr lang="en-US" dirty="0" err="1"/>
              <a:t>pada</a:t>
            </a:r>
            <a:r>
              <a:rPr lang="en-US" dirty="0"/>
              <a:t> </a:t>
            </a:r>
            <a:r>
              <a:rPr lang="en-US" dirty="0" err="1"/>
              <a:t>lingkungan</a:t>
            </a:r>
            <a:r>
              <a:rPr lang="en-US" dirty="0"/>
              <a:t> internal system </a:t>
            </a:r>
            <a:r>
              <a:rPr lang="en-US" dirty="0" err="1"/>
              <a:t>maupun</a:t>
            </a:r>
            <a:r>
              <a:rPr lang="en-US" dirty="0"/>
              <a:t> di </a:t>
            </a:r>
            <a:r>
              <a:rPr lang="en-US" dirty="0" err="1"/>
              <a:t>luar</a:t>
            </a:r>
            <a:r>
              <a:rPr lang="en-US" dirty="0"/>
              <a:t> system (environment).</a:t>
            </a:r>
          </a:p>
        </p:txBody>
      </p:sp>
    </p:spTree>
    <p:extLst>
      <p:ext uri="{BB962C8B-B14F-4D97-AF65-F5344CB8AC3E}">
        <p14:creationId xmlns:p14="http://schemas.microsoft.com/office/powerpoint/2010/main" val="3809249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10E4A4DB-036F-4816-A98C-42C4167E83C5}" type="slidenum">
              <a:rPr lang="en-US" sz="2400" b="1" smtClean="0">
                <a:solidFill>
                  <a:srgbClr val="FF0000"/>
                </a:solidFill>
              </a:rPr>
              <a:pPr/>
              <a:t>6</a:t>
            </a:fld>
            <a:endParaRPr lang="en-US" sz="2400" b="1" dirty="0">
              <a:solidFill>
                <a:srgbClr val="FF0000"/>
              </a:solidFill>
            </a:endParaRPr>
          </a:p>
        </p:txBody>
      </p:sp>
      <p:sp>
        <p:nvSpPr>
          <p:cNvPr id="6" name="Title 2"/>
          <p:cNvSpPr>
            <a:spLocks noGrp="1"/>
          </p:cNvSpPr>
          <p:nvPr>
            <p:ph type="title"/>
          </p:nvPr>
        </p:nvSpPr>
        <p:spPr>
          <a:xfrm>
            <a:off x="838200" y="16790"/>
            <a:ext cx="10515600" cy="868582"/>
          </a:xfrm>
        </p:spPr>
        <p:txBody>
          <a:bodyPr>
            <a:normAutofit/>
          </a:bodyPr>
          <a:lstStyle/>
          <a:p>
            <a:r>
              <a:rPr lang="en-US" dirty="0"/>
              <a:t>Proses </a:t>
            </a:r>
            <a:r>
              <a:rPr lang="en-US" dirty="0" err="1"/>
              <a:t>Analisa</a:t>
            </a:r>
            <a:r>
              <a:rPr lang="en-US" dirty="0"/>
              <a:t> </a:t>
            </a:r>
            <a:r>
              <a:rPr lang="en-US" dirty="0" err="1"/>
              <a:t>Sistem</a:t>
            </a:r>
            <a:endParaRPr lang="id-ID" sz="3600" b="1" dirty="0"/>
          </a:p>
        </p:txBody>
      </p:sp>
      <p:pic>
        <p:nvPicPr>
          <p:cNvPr id="7"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49745" y="956998"/>
            <a:ext cx="8506047" cy="5681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9249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10E4A4DB-036F-4816-A98C-42C4167E83C5}" type="slidenum">
              <a:rPr lang="en-US" sz="2400" b="1" smtClean="0">
                <a:solidFill>
                  <a:srgbClr val="FF0000"/>
                </a:solidFill>
              </a:rPr>
              <a:pPr/>
              <a:t>7</a:t>
            </a:fld>
            <a:endParaRPr lang="en-US" sz="2400" b="1" dirty="0">
              <a:solidFill>
                <a:srgbClr val="FF0000"/>
              </a:solidFill>
            </a:endParaRPr>
          </a:p>
        </p:txBody>
      </p:sp>
      <p:sp>
        <p:nvSpPr>
          <p:cNvPr id="5" name="Content Placeholder 1"/>
          <p:cNvSpPr>
            <a:spLocks noGrp="1"/>
          </p:cNvSpPr>
          <p:nvPr>
            <p:ph idx="1"/>
          </p:nvPr>
        </p:nvSpPr>
        <p:spPr>
          <a:xfrm>
            <a:off x="1057141" y="871870"/>
            <a:ext cx="10511082" cy="5630530"/>
          </a:xfrm>
        </p:spPr>
        <p:txBody>
          <a:bodyPr>
            <a:normAutofit/>
          </a:bodyPr>
          <a:lstStyle/>
          <a:p>
            <a:pPr marL="0" indent="0">
              <a:buNone/>
            </a:pPr>
            <a:r>
              <a:rPr lang="en-US" dirty="0" err="1"/>
              <a:t>Analisis</a:t>
            </a:r>
            <a:r>
              <a:rPr lang="en-US" dirty="0"/>
              <a:t> </a:t>
            </a:r>
            <a:r>
              <a:rPr lang="en-US" dirty="0" err="1"/>
              <a:t>kebutuhan</a:t>
            </a:r>
            <a:r>
              <a:rPr lang="en-US" dirty="0"/>
              <a:t> </a:t>
            </a:r>
            <a:r>
              <a:rPr lang="en-US" dirty="0" err="1"/>
              <a:t>merupakan</a:t>
            </a:r>
            <a:r>
              <a:rPr lang="en-US" dirty="0"/>
              <a:t> </a:t>
            </a:r>
            <a:r>
              <a:rPr lang="en-US" dirty="0" err="1"/>
              <a:t>bagian</a:t>
            </a:r>
            <a:r>
              <a:rPr lang="en-US" dirty="0"/>
              <a:t> </a:t>
            </a:r>
            <a:r>
              <a:rPr lang="en-US" dirty="0" err="1"/>
              <a:t>dari</a:t>
            </a:r>
            <a:r>
              <a:rPr lang="en-US" dirty="0"/>
              <a:t> proses </a:t>
            </a:r>
            <a:r>
              <a:rPr lang="en-US" dirty="0" err="1"/>
              <a:t>kebutuhan</a:t>
            </a:r>
            <a:r>
              <a:rPr lang="en-US" dirty="0"/>
              <a:t> </a:t>
            </a:r>
            <a:r>
              <a:rPr lang="en-US" dirty="0" err="1"/>
              <a:t>perangkat</a:t>
            </a:r>
            <a:r>
              <a:rPr lang="en-US" dirty="0"/>
              <a:t> </a:t>
            </a:r>
            <a:r>
              <a:rPr lang="en-US" dirty="0" err="1"/>
              <a:t>lunak</a:t>
            </a:r>
            <a:r>
              <a:rPr lang="en-US" dirty="0"/>
              <a:t> yang </a:t>
            </a:r>
            <a:r>
              <a:rPr lang="en-US" dirty="0" err="1"/>
              <a:t>berperan</a:t>
            </a:r>
            <a:r>
              <a:rPr lang="en-US" dirty="0"/>
              <a:t> </a:t>
            </a:r>
            <a:r>
              <a:rPr lang="en-US" dirty="0" err="1"/>
              <a:t>menjembatani</a:t>
            </a:r>
            <a:r>
              <a:rPr lang="en-US" dirty="0"/>
              <a:t> </a:t>
            </a:r>
            <a:r>
              <a:rPr lang="en-US" dirty="0" err="1"/>
              <a:t>jurang</a:t>
            </a:r>
            <a:r>
              <a:rPr lang="en-US" dirty="0"/>
              <a:t> yang </a:t>
            </a:r>
            <a:r>
              <a:rPr lang="en-US" dirty="0" err="1"/>
              <a:t>sering</a:t>
            </a:r>
            <a:r>
              <a:rPr lang="en-US" dirty="0"/>
              <a:t> </a:t>
            </a:r>
            <a:r>
              <a:rPr lang="en-US" dirty="0" err="1"/>
              <a:t>terjadi</a:t>
            </a:r>
            <a:r>
              <a:rPr lang="en-US" dirty="0"/>
              <a:t> </a:t>
            </a:r>
            <a:r>
              <a:rPr lang="en-US" dirty="0" err="1"/>
              <a:t>antara</a:t>
            </a:r>
            <a:r>
              <a:rPr lang="en-US" dirty="0"/>
              <a:t> level </a:t>
            </a:r>
            <a:r>
              <a:rPr lang="en-US" dirty="0" err="1"/>
              <a:t>rekayasa</a:t>
            </a:r>
            <a:r>
              <a:rPr lang="en-US" dirty="0"/>
              <a:t> </a:t>
            </a:r>
            <a:r>
              <a:rPr lang="en-US" dirty="0" err="1"/>
              <a:t>kebutuhan</a:t>
            </a:r>
            <a:r>
              <a:rPr lang="en-US" dirty="0"/>
              <a:t> </a:t>
            </a:r>
            <a:r>
              <a:rPr lang="en-US" dirty="0" err="1"/>
              <a:t>dan</a:t>
            </a:r>
            <a:r>
              <a:rPr lang="en-US" dirty="0"/>
              <a:t> </a:t>
            </a:r>
            <a:r>
              <a:rPr lang="en-US" dirty="0" err="1"/>
              <a:t>perancangan</a:t>
            </a:r>
            <a:r>
              <a:rPr lang="en-US" dirty="0"/>
              <a:t> </a:t>
            </a:r>
            <a:r>
              <a:rPr lang="en-US" dirty="0" err="1"/>
              <a:t>perangkat</a:t>
            </a:r>
            <a:r>
              <a:rPr lang="en-US" dirty="0"/>
              <a:t> </a:t>
            </a:r>
            <a:r>
              <a:rPr lang="en-US" dirty="0" err="1"/>
              <a:t>lunak</a:t>
            </a:r>
            <a:r>
              <a:rPr lang="en-US" dirty="0"/>
              <a:t> (Pressman, 2008)</a:t>
            </a:r>
          </a:p>
        </p:txBody>
      </p:sp>
      <p:sp>
        <p:nvSpPr>
          <p:cNvPr id="6" name="Title 1"/>
          <p:cNvSpPr>
            <a:spLocks noGrp="1"/>
          </p:cNvSpPr>
          <p:nvPr>
            <p:ph type="title"/>
          </p:nvPr>
        </p:nvSpPr>
        <p:spPr>
          <a:xfrm>
            <a:off x="838200" y="16790"/>
            <a:ext cx="10515600" cy="634563"/>
          </a:xfrm>
        </p:spPr>
        <p:txBody>
          <a:bodyPr/>
          <a:lstStyle/>
          <a:p>
            <a:r>
              <a:rPr lang="en-US" dirty="0" err="1"/>
              <a:t>Analisis</a:t>
            </a:r>
            <a:r>
              <a:rPr lang="en-US" dirty="0"/>
              <a:t> </a:t>
            </a:r>
            <a:r>
              <a:rPr lang="en-US" dirty="0" err="1"/>
              <a:t>Kebutuhan</a:t>
            </a:r>
            <a:endParaRPr lang="en-US" dirty="0"/>
          </a:p>
        </p:txBody>
      </p:sp>
      <p:grpSp>
        <p:nvGrpSpPr>
          <p:cNvPr id="3" name="Group 2"/>
          <p:cNvGrpSpPr/>
          <p:nvPr/>
        </p:nvGrpSpPr>
        <p:grpSpPr>
          <a:xfrm>
            <a:off x="2635100" y="2945222"/>
            <a:ext cx="6294475" cy="3296094"/>
            <a:chOff x="4167963" y="3189767"/>
            <a:chExt cx="6294475" cy="3296094"/>
          </a:xfrm>
        </p:grpSpPr>
        <p:sp>
          <p:nvSpPr>
            <p:cNvPr id="2" name="Oval 1"/>
            <p:cNvSpPr/>
            <p:nvPr/>
          </p:nvSpPr>
          <p:spPr>
            <a:xfrm>
              <a:off x="4167963" y="3189767"/>
              <a:ext cx="2466753" cy="2275366"/>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Rekayasa</a:t>
              </a:r>
              <a:endParaRPr lang="en-US" dirty="0"/>
            </a:p>
            <a:p>
              <a:pPr algn="ctr"/>
              <a:r>
                <a:rPr lang="en-US" dirty="0" err="1"/>
                <a:t>Sistem</a:t>
              </a:r>
              <a:endParaRPr lang="en-US" dirty="0"/>
            </a:p>
          </p:txBody>
        </p:sp>
        <p:sp>
          <p:nvSpPr>
            <p:cNvPr id="7" name="Oval 6"/>
            <p:cNvSpPr/>
            <p:nvPr/>
          </p:nvSpPr>
          <p:spPr>
            <a:xfrm>
              <a:off x="6081823" y="3763927"/>
              <a:ext cx="2335618" cy="229663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Analisis</a:t>
              </a:r>
              <a:r>
                <a:rPr lang="en-US" dirty="0"/>
                <a:t> </a:t>
              </a:r>
              <a:r>
                <a:rPr lang="en-US" dirty="0" err="1"/>
                <a:t>Kebutuhan</a:t>
              </a:r>
              <a:r>
                <a:rPr lang="en-US" dirty="0"/>
                <a:t> PL</a:t>
              </a:r>
            </a:p>
          </p:txBody>
        </p:sp>
        <p:sp>
          <p:nvSpPr>
            <p:cNvPr id="8" name="Oval 7"/>
            <p:cNvSpPr/>
            <p:nvPr/>
          </p:nvSpPr>
          <p:spPr>
            <a:xfrm>
              <a:off x="7953154" y="4189229"/>
              <a:ext cx="2509284" cy="2296632"/>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a:p>
              <a:pPr algn="ctr"/>
              <a:endParaRPr lang="en-US" dirty="0"/>
            </a:p>
            <a:p>
              <a:pPr algn="ctr"/>
              <a:endParaRPr lang="en-US" dirty="0"/>
            </a:p>
            <a:p>
              <a:pPr algn="ctr"/>
              <a:r>
                <a:rPr lang="en-US" dirty="0" err="1"/>
                <a:t>Perancangan</a:t>
              </a:r>
              <a:r>
                <a:rPr lang="en-US" dirty="0"/>
                <a:t> PL</a:t>
              </a:r>
            </a:p>
          </p:txBody>
        </p:sp>
      </p:grpSp>
    </p:spTree>
    <p:extLst>
      <p:ext uri="{BB962C8B-B14F-4D97-AF65-F5344CB8AC3E}">
        <p14:creationId xmlns:p14="http://schemas.microsoft.com/office/powerpoint/2010/main" val="1185349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Teknik</a:t>
            </a:r>
            <a:r>
              <a:rPr lang="en-US" dirty="0"/>
              <a:t> </a:t>
            </a:r>
            <a:r>
              <a:rPr lang="en-US" dirty="0" err="1"/>
              <a:t>Penghimpunan</a:t>
            </a:r>
            <a:r>
              <a:rPr lang="en-US" dirty="0"/>
              <a:t> Data</a:t>
            </a:r>
          </a:p>
        </p:txBody>
      </p:sp>
      <p:sp>
        <p:nvSpPr>
          <p:cNvPr id="3" name="Content Placeholder 2"/>
          <p:cNvSpPr>
            <a:spLocks noGrp="1"/>
          </p:cNvSpPr>
          <p:nvPr>
            <p:ph idx="1"/>
          </p:nvPr>
        </p:nvSpPr>
        <p:spPr/>
        <p:txBody>
          <a:bodyPr>
            <a:normAutofit/>
          </a:bodyPr>
          <a:lstStyle/>
          <a:p>
            <a:pPr marL="0" indent="0">
              <a:buNone/>
            </a:pPr>
            <a:r>
              <a:rPr lang="en-US" sz="3200" dirty="0" err="1"/>
              <a:t>Pada</a:t>
            </a:r>
            <a:r>
              <a:rPr lang="en-US" sz="3200" dirty="0"/>
              <a:t> </a:t>
            </a:r>
            <a:r>
              <a:rPr lang="en-US" sz="3200" dirty="0" err="1"/>
              <a:t>bagian</a:t>
            </a:r>
            <a:r>
              <a:rPr lang="en-US" sz="3200" dirty="0"/>
              <a:t> </a:t>
            </a:r>
            <a:r>
              <a:rPr lang="en-US" sz="3200" dirty="0" err="1"/>
              <a:t>ini</a:t>
            </a:r>
            <a:r>
              <a:rPr lang="en-US" sz="3200" dirty="0"/>
              <a:t>, </a:t>
            </a:r>
            <a:r>
              <a:rPr lang="en-US" sz="3200" dirty="0" err="1"/>
              <a:t>kita</a:t>
            </a:r>
            <a:r>
              <a:rPr lang="en-US" sz="3200" dirty="0"/>
              <a:t> </a:t>
            </a:r>
            <a:r>
              <a:rPr lang="en-US" sz="3200" dirty="0" err="1"/>
              <a:t>berfokus</a:t>
            </a:r>
            <a:r>
              <a:rPr lang="en-US" sz="3200" dirty="0"/>
              <a:t> </a:t>
            </a:r>
            <a:r>
              <a:rPr lang="en-US" sz="3200" dirty="0" err="1"/>
              <a:t>pada</a:t>
            </a:r>
            <a:r>
              <a:rPr lang="en-US" sz="3200" dirty="0"/>
              <a:t> </a:t>
            </a:r>
            <a:r>
              <a:rPr lang="en-US" sz="3200" dirty="0" err="1"/>
              <a:t>tiga</a:t>
            </a:r>
            <a:r>
              <a:rPr lang="en-US" sz="3200" dirty="0"/>
              <a:t> </a:t>
            </a:r>
            <a:r>
              <a:rPr lang="en-US" sz="3200" dirty="0" err="1"/>
              <a:t>teknik</a:t>
            </a:r>
            <a:r>
              <a:rPr lang="en-US" sz="3200" dirty="0"/>
              <a:t> yang paling </a:t>
            </a:r>
            <a:r>
              <a:rPr lang="en-US" sz="3200" dirty="0" err="1"/>
              <a:t>umum</a:t>
            </a:r>
            <a:r>
              <a:rPr lang="en-US" sz="3200" dirty="0"/>
              <a:t> </a:t>
            </a:r>
            <a:r>
              <a:rPr lang="en-US" sz="3200" dirty="0" err="1"/>
              <a:t>digunakan</a:t>
            </a:r>
            <a:r>
              <a:rPr lang="en-US" sz="3200" dirty="0"/>
              <a:t>, </a:t>
            </a:r>
            <a:r>
              <a:rPr lang="en-US" sz="3200" dirty="0" err="1"/>
              <a:t>yaitu</a:t>
            </a:r>
            <a:r>
              <a:rPr lang="en-US" sz="3200" dirty="0"/>
              <a:t>:</a:t>
            </a:r>
          </a:p>
          <a:p>
            <a:pPr marL="514350" indent="-514350">
              <a:buFont typeface="+mj-lt"/>
              <a:buAutoNum type="arabicPeriod"/>
            </a:pPr>
            <a:r>
              <a:rPr lang="en-US" sz="3200" dirty="0" err="1"/>
              <a:t>Wawancara</a:t>
            </a:r>
            <a:endParaRPr lang="en-US" sz="3200" dirty="0"/>
          </a:p>
          <a:p>
            <a:pPr marL="514350" indent="-514350">
              <a:buFont typeface="+mj-lt"/>
              <a:buAutoNum type="arabicPeriod"/>
            </a:pPr>
            <a:r>
              <a:rPr lang="en-US" sz="3200" dirty="0" err="1"/>
              <a:t>Kuesioner</a:t>
            </a:r>
            <a:r>
              <a:rPr lang="en-US" sz="3200" dirty="0"/>
              <a:t> </a:t>
            </a:r>
          </a:p>
          <a:p>
            <a:pPr marL="514350" indent="-514350">
              <a:buFont typeface="+mj-lt"/>
              <a:buAutoNum type="arabicPeriod"/>
            </a:pPr>
            <a:r>
              <a:rPr lang="en-US" sz="3200" dirty="0" err="1"/>
              <a:t>Observasi</a:t>
            </a:r>
            <a:r>
              <a:rPr lang="en-US" sz="3200" dirty="0"/>
              <a:t> </a:t>
            </a:r>
          </a:p>
          <a:p>
            <a:pPr marL="0" indent="0">
              <a:buNone/>
            </a:pPr>
            <a:endParaRPr lang="en-US" sz="3200" dirty="0"/>
          </a:p>
          <a:p>
            <a:pPr marL="514350" indent="-514350">
              <a:buFont typeface="+mj-lt"/>
              <a:buAutoNum type="arabicPeriod"/>
            </a:pPr>
            <a:endParaRPr lang="en-US" sz="3200" dirty="0"/>
          </a:p>
        </p:txBody>
      </p:sp>
      <p:sp>
        <p:nvSpPr>
          <p:cNvPr id="4" name="Slide Number Placeholder 3"/>
          <p:cNvSpPr>
            <a:spLocks noGrp="1"/>
          </p:cNvSpPr>
          <p:nvPr>
            <p:ph type="sldNum" sz="quarter" idx="4"/>
          </p:nvPr>
        </p:nvSpPr>
        <p:spPr>
          <a:xfrm>
            <a:off x="8744844" y="6356350"/>
            <a:ext cx="3276600" cy="365125"/>
          </a:xfrm>
        </p:spPr>
        <p:txBody>
          <a:bodyPr/>
          <a:lstStyle/>
          <a:p>
            <a:fld id="{10E4A4DB-036F-4816-A98C-42C4167E83C5}" type="slidenum">
              <a:rPr lang="en-US" sz="2400" b="1" smtClean="0">
                <a:solidFill>
                  <a:srgbClr val="FF0000"/>
                </a:solidFill>
              </a:rPr>
              <a:pPr/>
              <a:t>8</a:t>
            </a:fld>
            <a:endParaRPr lang="en-US" sz="2400" b="1" dirty="0">
              <a:solidFill>
                <a:srgbClr val="FF0000"/>
              </a:solidFill>
            </a:endParaRPr>
          </a:p>
        </p:txBody>
      </p:sp>
    </p:spTree>
    <p:extLst>
      <p:ext uri="{BB962C8B-B14F-4D97-AF65-F5344CB8AC3E}">
        <p14:creationId xmlns:p14="http://schemas.microsoft.com/office/powerpoint/2010/main" val="37503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Teknik</a:t>
            </a:r>
            <a:r>
              <a:rPr lang="en-US" dirty="0"/>
              <a:t> </a:t>
            </a:r>
            <a:r>
              <a:rPr lang="en-US" dirty="0" err="1"/>
              <a:t>Wawancara</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3200" dirty="0" err="1"/>
              <a:t>Pengumpulan</a:t>
            </a:r>
            <a:r>
              <a:rPr lang="en-US" sz="3200" dirty="0"/>
              <a:t> data </a:t>
            </a:r>
            <a:r>
              <a:rPr lang="en-US" sz="3200" dirty="0" err="1"/>
              <a:t>dengan</a:t>
            </a:r>
            <a:r>
              <a:rPr lang="en-US" sz="3200" dirty="0"/>
              <a:t> </a:t>
            </a:r>
            <a:r>
              <a:rPr lang="en-US" sz="3200" dirty="0" err="1"/>
              <a:t>menggunakan</a:t>
            </a:r>
            <a:r>
              <a:rPr lang="en-US" sz="3200" dirty="0"/>
              <a:t> </a:t>
            </a:r>
            <a:r>
              <a:rPr lang="en-US" sz="3200" dirty="0" err="1"/>
              <a:t>wawancara</a:t>
            </a:r>
            <a:r>
              <a:rPr lang="en-US" sz="3200" dirty="0"/>
              <a:t> </a:t>
            </a:r>
            <a:r>
              <a:rPr lang="en-US" sz="3200" dirty="0" err="1"/>
              <a:t>mempunyai</a:t>
            </a:r>
            <a:r>
              <a:rPr lang="en-US" sz="3200" dirty="0"/>
              <a:t> </a:t>
            </a:r>
            <a:r>
              <a:rPr lang="en-US" sz="3200" dirty="0" err="1"/>
              <a:t>beberapa</a:t>
            </a:r>
            <a:r>
              <a:rPr lang="en-US" sz="3200" dirty="0"/>
              <a:t> </a:t>
            </a:r>
            <a:r>
              <a:rPr lang="en-US" sz="3200" b="1" dirty="0" err="1"/>
              <a:t>keuntungan</a:t>
            </a:r>
            <a:r>
              <a:rPr lang="en-US" sz="3200" dirty="0"/>
              <a:t> </a:t>
            </a:r>
            <a:r>
              <a:rPr lang="en-US" sz="3200" dirty="0" err="1"/>
              <a:t>sebagai</a:t>
            </a:r>
            <a:r>
              <a:rPr lang="en-US" sz="3200" dirty="0"/>
              <a:t> </a:t>
            </a:r>
            <a:r>
              <a:rPr lang="en-US" sz="3200" dirty="0" err="1"/>
              <a:t>berikut</a:t>
            </a:r>
            <a:r>
              <a:rPr lang="en-US" sz="3200" dirty="0"/>
              <a:t>:</a:t>
            </a:r>
          </a:p>
          <a:p>
            <a:pPr lvl="0"/>
            <a:r>
              <a:rPr lang="en-US" sz="3200" dirty="0" err="1"/>
              <a:t>Lebih</a:t>
            </a:r>
            <a:r>
              <a:rPr lang="en-US" sz="3200" dirty="0"/>
              <a:t> </a:t>
            </a:r>
            <a:r>
              <a:rPr lang="en-US" sz="3200" dirty="0" err="1"/>
              <a:t>mudah</a:t>
            </a:r>
            <a:r>
              <a:rPr lang="en-US" sz="3200" dirty="0"/>
              <a:t> </a:t>
            </a:r>
            <a:r>
              <a:rPr lang="en-US" sz="3200" dirty="0" err="1"/>
              <a:t>dalam</a:t>
            </a:r>
            <a:r>
              <a:rPr lang="en-US" sz="3200" dirty="0"/>
              <a:t> </a:t>
            </a:r>
            <a:r>
              <a:rPr lang="en-US" sz="3200" dirty="0" err="1"/>
              <a:t>menggali</a:t>
            </a:r>
            <a:r>
              <a:rPr lang="en-US" sz="3200" dirty="0"/>
              <a:t> </a:t>
            </a:r>
            <a:r>
              <a:rPr lang="en-US" sz="3200" dirty="0" err="1"/>
              <a:t>bagian</a:t>
            </a:r>
            <a:r>
              <a:rPr lang="en-US" sz="3200" dirty="0"/>
              <a:t> system </a:t>
            </a:r>
            <a:r>
              <a:rPr lang="en-US" sz="3200" dirty="0" err="1"/>
              <a:t>mana</a:t>
            </a:r>
            <a:r>
              <a:rPr lang="en-US" sz="3200" dirty="0"/>
              <a:t> </a:t>
            </a:r>
            <a:r>
              <a:rPr lang="en-US" sz="3200" dirty="0" err="1"/>
              <a:t>yg</a:t>
            </a:r>
            <a:r>
              <a:rPr lang="en-US" sz="3200" dirty="0"/>
              <a:t> </a:t>
            </a:r>
            <a:r>
              <a:rPr lang="en-US" sz="3200" dirty="0" err="1"/>
              <a:t>dianggap</a:t>
            </a:r>
            <a:r>
              <a:rPr lang="en-US" sz="3200" dirty="0"/>
              <a:t> </a:t>
            </a:r>
            <a:r>
              <a:rPr lang="en-US" sz="3200" dirty="0" err="1"/>
              <a:t>baik</a:t>
            </a:r>
            <a:r>
              <a:rPr lang="en-US" sz="3200" dirty="0"/>
              <a:t> </a:t>
            </a:r>
            <a:r>
              <a:rPr lang="en-US" sz="3200" dirty="0" err="1"/>
              <a:t>dan</a:t>
            </a:r>
            <a:r>
              <a:rPr lang="en-US" sz="3200" dirty="0"/>
              <a:t> </a:t>
            </a:r>
            <a:r>
              <a:rPr lang="en-US" sz="3200" dirty="0" err="1"/>
              <a:t>bagian</a:t>
            </a:r>
            <a:r>
              <a:rPr lang="en-US" sz="3200" dirty="0"/>
              <a:t> </a:t>
            </a:r>
            <a:r>
              <a:rPr lang="en-US" sz="3200" dirty="0" err="1"/>
              <a:t>mana</a:t>
            </a:r>
            <a:r>
              <a:rPr lang="en-US" sz="3200" dirty="0"/>
              <a:t> yang </a:t>
            </a:r>
            <a:r>
              <a:rPr lang="en-US" sz="3200" dirty="0" err="1"/>
              <a:t>dianggap</a:t>
            </a:r>
            <a:r>
              <a:rPr lang="en-US" sz="3200" dirty="0"/>
              <a:t> </a:t>
            </a:r>
            <a:r>
              <a:rPr lang="en-US" sz="3200" dirty="0" err="1"/>
              <a:t>kurang</a:t>
            </a:r>
            <a:r>
              <a:rPr lang="en-US" sz="3200" dirty="0"/>
              <a:t> </a:t>
            </a:r>
            <a:r>
              <a:rPr lang="en-US" sz="3200" dirty="0" err="1"/>
              <a:t>baik</a:t>
            </a:r>
            <a:r>
              <a:rPr lang="en-US" sz="3200" dirty="0"/>
              <a:t>.</a:t>
            </a:r>
          </a:p>
          <a:p>
            <a:pPr lvl="0"/>
            <a:r>
              <a:rPr lang="en-US" sz="3200" dirty="0" err="1"/>
              <a:t>Jika</a:t>
            </a:r>
            <a:r>
              <a:rPr lang="en-US" sz="3200" dirty="0"/>
              <a:t> </a:t>
            </a:r>
            <a:r>
              <a:rPr lang="en-US" sz="3200" dirty="0" err="1"/>
              <a:t>ada</a:t>
            </a:r>
            <a:r>
              <a:rPr lang="en-US" sz="3200" dirty="0"/>
              <a:t> </a:t>
            </a:r>
            <a:r>
              <a:rPr lang="en-US" sz="3200" dirty="0" err="1"/>
              <a:t>bagian</a:t>
            </a:r>
            <a:r>
              <a:rPr lang="en-US" sz="3200" dirty="0"/>
              <a:t> </a:t>
            </a:r>
            <a:r>
              <a:rPr lang="en-US" sz="3200" dirty="0" err="1"/>
              <a:t>tertentu</a:t>
            </a:r>
            <a:r>
              <a:rPr lang="en-US" sz="3200" dirty="0"/>
              <a:t> yang </a:t>
            </a:r>
            <a:r>
              <a:rPr lang="en-US" sz="3200" dirty="0" err="1"/>
              <a:t>menurut</a:t>
            </a:r>
            <a:r>
              <a:rPr lang="en-US" sz="3200" dirty="0"/>
              <a:t> </a:t>
            </a:r>
            <a:r>
              <a:rPr lang="en-US" sz="3200" dirty="0" err="1"/>
              <a:t>anda</a:t>
            </a:r>
            <a:r>
              <a:rPr lang="en-US" sz="3200" dirty="0"/>
              <a:t> </a:t>
            </a:r>
            <a:r>
              <a:rPr lang="en-US" sz="3200" dirty="0" err="1"/>
              <a:t>perlu</a:t>
            </a:r>
            <a:r>
              <a:rPr lang="en-US" sz="3200" dirty="0"/>
              <a:t> </a:t>
            </a:r>
            <a:r>
              <a:rPr lang="en-US" sz="3200" dirty="0" err="1"/>
              <a:t>untuk</a:t>
            </a:r>
            <a:r>
              <a:rPr lang="en-US" sz="3200" dirty="0"/>
              <a:t> </a:t>
            </a:r>
            <a:r>
              <a:rPr lang="en-US" sz="3200" dirty="0" err="1"/>
              <a:t>digali</a:t>
            </a:r>
            <a:r>
              <a:rPr lang="en-US" sz="3200" dirty="0"/>
              <a:t> </a:t>
            </a:r>
            <a:r>
              <a:rPr lang="en-US" sz="3200" dirty="0" err="1"/>
              <a:t>lebih</a:t>
            </a:r>
            <a:r>
              <a:rPr lang="en-US" sz="3200" dirty="0"/>
              <a:t> </a:t>
            </a:r>
            <a:r>
              <a:rPr lang="en-US" sz="3200" dirty="0" err="1"/>
              <a:t>dalam</a:t>
            </a:r>
            <a:r>
              <a:rPr lang="en-US" sz="3200" dirty="0"/>
              <a:t>, </a:t>
            </a:r>
            <a:r>
              <a:rPr lang="en-US" sz="3200" dirty="0" err="1"/>
              <a:t>anda</a:t>
            </a:r>
            <a:r>
              <a:rPr lang="en-US" sz="3200" dirty="0"/>
              <a:t> </a:t>
            </a:r>
            <a:r>
              <a:rPr lang="en-US" sz="3200" dirty="0" err="1"/>
              <a:t>dapat</a:t>
            </a:r>
            <a:r>
              <a:rPr lang="en-US" sz="3200" dirty="0"/>
              <a:t> </a:t>
            </a:r>
            <a:r>
              <a:rPr lang="en-US" sz="3200" dirty="0" err="1"/>
              <a:t>langsung</a:t>
            </a:r>
            <a:r>
              <a:rPr lang="en-US" sz="3200" dirty="0"/>
              <a:t> </a:t>
            </a:r>
            <a:r>
              <a:rPr lang="en-US" sz="3200" dirty="0" err="1"/>
              <a:t>menanyakan</a:t>
            </a:r>
            <a:r>
              <a:rPr lang="en-US" sz="3200" dirty="0"/>
              <a:t> </a:t>
            </a:r>
            <a:r>
              <a:rPr lang="en-US" sz="3200" dirty="0" err="1"/>
              <a:t>kepada</a:t>
            </a:r>
            <a:r>
              <a:rPr lang="en-US" sz="3200" dirty="0"/>
              <a:t> </a:t>
            </a:r>
            <a:r>
              <a:rPr lang="en-US" sz="3200" dirty="0" err="1"/>
              <a:t>narasumber</a:t>
            </a:r>
            <a:r>
              <a:rPr lang="en-US" sz="3200" dirty="0"/>
              <a:t>.</a:t>
            </a:r>
          </a:p>
          <a:p>
            <a:pPr lvl="0"/>
            <a:r>
              <a:rPr lang="en-US" sz="3200" dirty="0" err="1"/>
              <a:t>Dapat</a:t>
            </a:r>
            <a:r>
              <a:rPr lang="en-US" sz="3200" dirty="0"/>
              <a:t> </a:t>
            </a:r>
            <a:r>
              <a:rPr lang="en-US" sz="3200" dirty="0" err="1"/>
              <a:t>menggali</a:t>
            </a:r>
            <a:r>
              <a:rPr lang="en-US" sz="3200" dirty="0"/>
              <a:t> </a:t>
            </a:r>
            <a:r>
              <a:rPr lang="en-US" sz="3200" dirty="0" err="1"/>
              <a:t>kebutuhan</a:t>
            </a:r>
            <a:r>
              <a:rPr lang="en-US" sz="3200" dirty="0"/>
              <a:t> user </a:t>
            </a:r>
            <a:r>
              <a:rPr lang="en-US" sz="3200" dirty="0" err="1"/>
              <a:t>secara</a:t>
            </a:r>
            <a:r>
              <a:rPr lang="en-US" sz="3200" dirty="0"/>
              <a:t> </a:t>
            </a:r>
            <a:r>
              <a:rPr lang="en-US" sz="3200" dirty="0" err="1"/>
              <a:t>lebih</a:t>
            </a:r>
            <a:r>
              <a:rPr lang="en-US" sz="3200" dirty="0"/>
              <a:t> </a:t>
            </a:r>
            <a:r>
              <a:rPr lang="en-US" sz="3200" dirty="0" err="1"/>
              <a:t>bebas</a:t>
            </a:r>
            <a:r>
              <a:rPr lang="en-US" sz="3200" dirty="0"/>
              <a:t>.</a:t>
            </a:r>
          </a:p>
          <a:p>
            <a:pPr lvl="0"/>
            <a:r>
              <a:rPr lang="en-US" sz="3200" dirty="0"/>
              <a:t>User </a:t>
            </a:r>
            <a:r>
              <a:rPr lang="en-US" sz="3200" dirty="0" err="1"/>
              <a:t>dapat</a:t>
            </a:r>
            <a:r>
              <a:rPr lang="en-US" sz="3200" dirty="0"/>
              <a:t> </a:t>
            </a:r>
            <a:r>
              <a:rPr lang="en-US" sz="3200" dirty="0" err="1"/>
              <a:t>mengungkapkan</a:t>
            </a:r>
            <a:r>
              <a:rPr lang="en-US" sz="3200" dirty="0"/>
              <a:t> </a:t>
            </a:r>
            <a:r>
              <a:rPr lang="en-US" sz="3200" dirty="0" err="1"/>
              <a:t>kebutuhannya</a:t>
            </a:r>
            <a:r>
              <a:rPr lang="en-US" sz="3200" dirty="0"/>
              <a:t> </a:t>
            </a:r>
            <a:r>
              <a:rPr lang="en-US" sz="3200" dirty="0" err="1"/>
              <a:t>secara</a:t>
            </a:r>
            <a:r>
              <a:rPr lang="en-US" sz="3200" dirty="0"/>
              <a:t> </a:t>
            </a:r>
            <a:r>
              <a:rPr lang="en-US" sz="3200" dirty="0" err="1"/>
              <a:t>lebih</a:t>
            </a:r>
            <a:r>
              <a:rPr lang="en-US" sz="3200" dirty="0"/>
              <a:t> </a:t>
            </a:r>
            <a:r>
              <a:rPr lang="en-US" sz="3200" dirty="0" err="1"/>
              <a:t>bebas</a:t>
            </a:r>
            <a:r>
              <a:rPr lang="en-US" sz="3200" dirty="0"/>
              <a:t>.</a:t>
            </a:r>
          </a:p>
        </p:txBody>
      </p:sp>
      <p:sp>
        <p:nvSpPr>
          <p:cNvPr id="4" name="Slide Number Placeholder 3"/>
          <p:cNvSpPr>
            <a:spLocks noGrp="1"/>
          </p:cNvSpPr>
          <p:nvPr>
            <p:ph type="sldNum" sz="quarter" idx="4"/>
          </p:nvPr>
        </p:nvSpPr>
        <p:spPr>
          <a:xfrm>
            <a:off x="8744844" y="6356350"/>
            <a:ext cx="3276600" cy="365125"/>
          </a:xfrm>
        </p:spPr>
        <p:txBody>
          <a:bodyPr/>
          <a:lstStyle/>
          <a:p>
            <a:fld id="{10E4A4DB-036F-4816-A98C-42C4167E83C5}" type="slidenum">
              <a:rPr lang="en-US" sz="2400" b="1" smtClean="0">
                <a:solidFill>
                  <a:srgbClr val="FF0000"/>
                </a:solidFill>
              </a:rPr>
              <a:pPr/>
              <a:t>9</a:t>
            </a:fld>
            <a:endParaRPr lang="en-US" sz="2400" b="1" dirty="0">
              <a:solidFill>
                <a:srgbClr val="FF0000"/>
              </a:solidFill>
            </a:endParaRPr>
          </a:p>
        </p:txBody>
      </p:sp>
    </p:spTree>
    <p:extLst>
      <p:ext uri="{BB962C8B-B14F-4D97-AF65-F5344CB8AC3E}">
        <p14:creationId xmlns:p14="http://schemas.microsoft.com/office/powerpoint/2010/main" val="1090602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Teknik</a:t>
            </a:r>
            <a:r>
              <a:rPr lang="en-US" dirty="0"/>
              <a:t> </a:t>
            </a:r>
            <a:r>
              <a:rPr lang="en-US" dirty="0" err="1"/>
              <a:t>Wawancara</a:t>
            </a:r>
            <a:r>
              <a:rPr lang="en-US" dirty="0"/>
              <a:t> (Cont..)</a:t>
            </a:r>
          </a:p>
        </p:txBody>
      </p:sp>
      <p:sp>
        <p:nvSpPr>
          <p:cNvPr id="3" name="Content Placeholder 2"/>
          <p:cNvSpPr>
            <a:spLocks noGrp="1"/>
          </p:cNvSpPr>
          <p:nvPr>
            <p:ph idx="1"/>
          </p:nvPr>
        </p:nvSpPr>
        <p:spPr/>
        <p:txBody>
          <a:bodyPr>
            <a:normAutofit/>
          </a:bodyPr>
          <a:lstStyle/>
          <a:p>
            <a:pPr marL="0" indent="0">
              <a:buNone/>
            </a:pPr>
            <a:r>
              <a:rPr lang="en-US" sz="3200" dirty="0" err="1"/>
              <a:t>Berikut</a:t>
            </a:r>
            <a:r>
              <a:rPr lang="en-US" sz="3200" dirty="0"/>
              <a:t> </a:t>
            </a:r>
            <a:r>
              <a:rPr lang="en-US" sz="3200" dirty="0" err="1"/>
              <a:t>ini</a:t>
            </a:r>
            <a:r>
              <a:rPr lang="en-US" sz="3200" dirty="0"/>
              <a:t> </a:t>
            </a:r>
            <a:r>
              <a:rPr lang="en-US" sz="3200" dirty="0" err="1"/>
              <a:t>adalah</a:t>
            </a:r>
            <a:r>
              <a:rPr lang="en-US" sz="3200" dirty="0"/>
              <a:t> </a:t>
            </a:r>
            <a:r>
              <a:rPr lang="en-US" sz="3200" dirty="0" err="1"/>
              <a:t>beberapa</a:t>
            </a:r>
            <a:r>
              <a:rPr lang="en-US" sz="3200" dirty="0"/>
              <a:t> </a:t>
            </a:r>
            <a:r>
              <a:rPr lang="en-US" sz="3200" b="1" dirty="0" err="1"/>
              <a:t>kelemahan</a:t>
            </a:r>
            <a:r>
              <a:rPr lang="en-US" sz="3200" b="1" dirty="0"/>
              <a:t> </a:t>
            </a:r>
            <a:r>
              <a:rPr lang="en-US" sz="3200" dirty="0" err="1"/>
              <a:t>dari</a:t>
            </a:r>
            <a:r>
              <a:rPr lang="en-US" sz="3200" dirty="0"/>
              <a:t> </a:t>
            </a:r>
            <a:r>
              <a:rPr lang="en-US" sz="3200" dirty="0" err="1"/>
              <a:t>teknik</a:t>
            </a:r>
            <a:r>
              <a:rPr lang="en-US" sz="3200" dirty="0"/>
              <a:t> </a:t>
            </a:r>
            <a:r>
              <a:rPr lang="en-US" sz="3200" dirty="0" err="1"/>
              <a:t>wawancara</a:t>
            </a:r>
            <a:r>
              <a:rPr lang="en-US" sz="3200" dirty="0"/>
              <a:t>: </a:t>
            </a:r>
          </a:p>
          <a:p>
            <a:pPr lvl="0"/>
            <a:r>
              <a:rPr lang="en-US" sz="3200" dirty="0" err="1"/>
              <a:t>Wawancara</a:t>
            </a:r>
            <a:r>
              <a:rPr lang="en-US" sz="3200" dirty="0"/>
              <a:t> </a:t>
            </a:r>
            <a:r>
              <a:rPr lang="en-US" sz="3200" dirty="0" err="1"/>
              <a:t>akan</a:t>
            </a:r>
            <a:r>
              <a:rPr lang="en-US" sz="3200" dirty="0"/>
              <a:t> </a:t>
            </a:r>
            <a:r>
              <a:rPr lang="en-US" sz="3200" dirty="0" err="1"/>
              <a:t>sulit</a:t>
            </a:r>
            <a:r>
              <a:rPr lang="en-US" sz="3200" dirty="0"/>
              <a:t> </a:t>
            </a:r>
            <a:r>
              <a:rPr lang="en-US" sz="3200" dirty="0" err="1"/>
              <a:t>dilakukan</a:t>
            </a:r>
            <a:r>
              <a:rPr lang="en-US" sz="3200" dirty="0"/>
              <a:t> </a:t>
            </a:r>
            <a:r>
              <a:rPr lang="en-US" sz="3200" dirty="0" err="1"/>
              <a:t>jika</a:t>
            </a:r>
            <a:r>
              <a:rPr lang="en-US" sz="3200" dirty="0"/>
              <a:t> </a:t>
            </a:r>
            <a:r>
              <a:rPr lang="en-US" sz="3200" dirty="0" err="1"/>
              <a:t>narasumber</a:t>
            </a:r>
            <a:r>
              <a:rPr lang="en-US" sz="3200" dirty="0"/>
              <a:t> </a:t>
            </a:r>
            <a:r>
              <a:rPr lang="en-US" sz="3200" dirty="0" err="1"/>
              <a:t>kurang</a:t>
            </a:r>
            <a:r>
              <a:rPr lang="en-US" sz="3200" dirty="0"/>
              <a:t> </a:t>
            </a:r>
            <a:r>
              <a:rPr lang="en-US" sz="3200" dirty="0" err="1"/>
              <a:t>dapat</a:t>
            </a:r>
            <a:r>
              <a:rPr lang="en-US" sz="3200" dirty="0"/>
              <a:t> </a:t>
            </a:r>
            <a:r>
              <a:rPr lang="en-US" sz="3200" dirty="0" err="1"/>
              <a:t>mengungkapkan</a:t>
            </a:r>
            <a:r>
              <a:rPr lang="en-US" sz="3200" dirty="0"/>
              <a:t> </a:t>
            </a:r>
            <a:r>
              <a:rPr lang="en-US" sz="3200" dirty="0" err="1"/>
              <a:t>kebutuhannya</a:t>
            </a:r>
            <a:r>
              <a:rPr lang="en-US" sz="3200" dirty="0"/>
              <a:t>.</a:t>
            </a:r>
          </a:p>
          <a:p>
            <a:pPr lvl="0"/>
            <a:r>
              <a:rPr lang="en-US" sz="3200" dirty="0" err="1"/>
              <a:t>Pertanyaan</a:t>
            </a:r>
            <a:r>
              <a:rPr lang="en-US" sz="3200" dirty="0"/>
              <a:t> </a:t>
            </a:r>
            <a:r>
              <a:rPr lang="en-US" sz="3200" dirty="0" err="1"/>
              <a:t>dapat</a:t>
            </a:r>
            <a:r>
              <a:rPr lang="en-US" sz="3200" dirty="0"/>
              <a:t> </a:t>
            </a:r>
            <a:r>
              <a:rPr lang="en-US" sz="3200" dirty="0" err="1"/>
              <a:t>menjadi</a:t>
            </a:r>
            <a:r>
              <a:rPr lang="en-US" sz="3200" dirty="0"/>
              <a:t> </a:t>
            </a:r>
            <a:r>
              <a:rPr lang="en-US" sz="3200" dirty="0" err="1"/>
              <a:t>tidak</a:t>
            </a:r>
            <a:r>
              <a:rPr lang="en-US" sz="3200" dirty="0"/>
              <a:t> </a:t>
            </a:r>
            <a:r>
              <a:rPr lang="en-US" sz="3200" dirty="0" err="1"/>
              <a:t>terarah</a:t>
            </a:r>
            <a:r>
              <a:rPr lang="en-US" sz="3200" dirty="0"/>
              <a:t>, </a:t>
            </a:r>
            <a:r>
              <a:rPr lang="en-US" sz="3200" dirty="0" err="1"/>
              <a:t>terlalu</a:t>
            </a:r>
            <a:r>
              <a:rPr lang="en-US" sz="3200" dirty="0"/>
              <a:t> focus </a:t>
            </a:r>
            <a:r>
              <a:rPr lang="en-US" sz="3200" dirty="0" err="1"/>
              <a:t>pada</a:t>
            </a:r>
            <a:r>
              <a:rPr lang="en-US" sz="3200" dirty="0"/>
              <a:t> hal2 </a:t>
            </a:r>
            <a:r>
              <a:rPr lang="en-US" sz="3200" dirty="0" err="1"/>
              <a:t>tertentu</a:t>
            </a:r>
            <a:r>
              <a:rPr lang="en-US" sz="3200" dirty="0"/>
              <a:t> </a:t>
            </a:r>
            <a:r>
              <a:rPr lang="en-US" sz="3200" dirty="0" err="1"/>
              <a:t>dan</a:t>
            </a:r>
            <a:r>
              <a:rPr lang="en-US" sz="3200" dirty="0"/>
              <a:t> </a:t>
            </a:r>
            <a:r>
              <a:rPr lang="en-US" sz="3200" dirty="0" err="1"/>
              <a:t>mengabaikan</a:t>
            </a:r>
            <a:r>
              <a:rPr lang="en-US" sz="3200" dirty="0"/>
              <a:t> </a:t>
            </a:r>
            <a:r>
              <a:rPr lang="en-US" sz="3200" dirty="0" err="1"/>
              <a:t>bagian</a:t>
            </a:r>
            <a:r>
              <a:rPr lang="en-US" sz="3200" dirty="0"/>
              <a:t> </a:t>
            </a:r>
            <a:r>
              <a:rPr lang="en-US" sz="3200" dirty="0" err="1"/>
              <a:t>lainnya</a:t>
            </a:r>
            <a:r>
              <a:rPr lang="en-US" sz="3200" dirty="0"/>
              <a:t>.</a:t>
            </a:r>
          </a:p>
        </p:txBody>
      </p:sp>
      <p:sp>
        <p:nvSpPr>
          <p:cNvPr id="4" name="Slide Number Placeholder 3"/>
          <p:cNvSpPr>
            <a:spLocks noGrp="1"/>
          </p:cNvSpPr>
          <p:nvPr>
            <p:ph type="sldNum" sz="quarter" idx="4"/>
          </p:nvPr>
        </p:nvSpPr>
        <p:spPr>
          <a:xfrm>
            <a:off x="8744844" y="6356350"/>
            <a:ext cx="3276600" cy="365125"/>
          </a:xfrm>
        </p:spPr>
        <p:txBody>
          <a:bodyPr/>
          <a:lstStyle/>
          <a:p>
            <a:fld id="{10E4A4DB-036F-4816-A98C-42C4167E83C5}" type="slidenum">
              <a:rPr lang="en-US" sz="2400" b="1" smtClean="0">
                <a:solidFill>
                  <a:srgbClr val="FF0000"/>
                </a:solidFill>
              </a:rPr>
              <a:pPr/>
              <a:t>10</a:t>
            </a:fld>
            <a:endParaRPr lang="en-US" sz="2400" b="1" dirty="0">
              <a:solidFill>
                <a:srgbClr val="FF0000"/>
              </a:solidFill>
            </a:endParaRPr>
          </a:p>
        </p:txBody>
      </p:sp>
    </p:spTree>
    <p:extLst>
      <p:ext uri="{BB962C8B-B14F-4D97-AF65-F5344CB8AC3E}">
        <p14:creationId xmlns:p14="http://schemas.microsoft.com/office/powerpoint/2010/main" val="1308823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Teknik</a:t>
            </a:r>
            <a:r>
              <a:rPr lang="en-US" dirty="0"/>
              <a:t> </a:t>
            </a:r>
            <a:r>
              <a:rPr lang="en-US" dirty="0" err="1"/>
              <a:t>Wawancara</a:t>
            </a:r>
            <a:r>
              <a:rPr lang="en-US" dirty="0"/>
              <a:t> (Cont..)</a:t>
            </a:r>
          </a:p>
        </p:txBody>
      </p:sp>
      <p:sp>
        <p:nvSpPr>
          <p:cNvPr id="3" name="Content Placeholder 2"/>
          <p:cNvSpPr>
            <a:spLocks noGrp="1"/>
          </p:cNvSpPr>
          <p:nvPr>
            <p:ph idx="1"/>
          </p:nvPr>
        </p:nvSpPr>
        <p:spPr/>
        <p:txBody>
          <a:bodyPr>
            <a:normAutofit/>
          </a:bodyPr>
          <a:lstStyle/>
          <a:p>
            <a:pPr marL="0" indent="0">
              <a:buNone/>
            </a:pPr>
            <a:r>
              <a:rPr lang="en-US" sz="3200" dirty="0"/>
              <a:t>Ada lima </a:t>
            </a:r>
            <a:r>
              <a:rPr lang="en-US" sz="3200" dirty="0" err="1"/>
              <a:t>langkah</a:t>
            </a:r>
            <a:r>
              <a:rPr lang="en-US" sz="3200" dirty="0"/>
              <a:t> </a:t>
            </a:r>
            <a:r>
              <a:rPr lang="en-US" sz="3200" dirty="0" err="1"/>
              <a:t>dasar</a:t>
            </a:r>
            <a:r>
              <a:rPr lang="en-US" sz="3200" dirty="0"/>
              <a:t> </a:t>
            </a:r>
            <a:r>
              <a:rPr lang="en-US" sz="3200" dirty="0" err="1"/>
              <a:t>untuk</a:t>
            </a:r>
            <a:r>
              <a:rPr lang="en-US" sz="3200" dirty="0"/>
              <a:t> proses </a:t>
            </a:r>
            <a:r>
              <a:rPr lang="en-US" sz="3200" dirty="0" err="1"/>
              <a:t>wawancara</a:t>
            </a:r>
            <a:r>
              <a:rPr lang="en-US" sz="3200" dirty="0"/>
              <a:t> </a:t>
            </a:r>
            <a:r>
              <a:rPr lang="en-US" sz="3200" dirty="0" err="1"/>
              <a:t>antara</a:t>
            </a:r>
            <a:r>
              <a:rPr lang="en-US" sz="3200" dirty="0"/>
              <a:t> lain </a:t>
            </a:r>
            <a:r>
              <a:rPr lang="en-US" sz="3200" dirty="0" err="1"/>
              <a:t>adalah</a:t>
            </a:r>
            <a:r>
              <a:rPr lang="en-US" sz="3200" dirty="0"/>
              <a:t>: </a:t>
            </a:r>
          </a:p>
          <a:p>
            <a:pPr marL="514350" indent="-514350">
              <a:buAutoNum type="arabicParenR"/>
            </a:pPr>
            <a:r>
              <a:rPr lang="en-US" sz="3200" dirty="0" err="1"/>
              <a:t>Memilih</a:t>
            </a:r>
            <a:r>
              <a:rPr lang="en-US" sz="3200" dirty="0"/>
              <a:t> </a:t>
            </a:r>
            <a:r>
              <a:rPr lang="en-US" sz="3200" dirty="0" err="1"/>
              <a:t>narasumber</a:t>
            </a:r>
            <a:r>
              <a:rPr lang="en-US" sz="3200" dirty="0"/>
              <a:t> </a:t>
            </a:r>
          </a:p>
          <a:p>
            <a:pPr marL="514350" indent="-514350">
              <a:buAutoNum type="arabicParenR"/>
            </a:pPr>
            <a:r>
              <a:rPr lang="en-US" sz="3200" dirty="0" err="1"/>
              <a:t>Mempersiapkan</a:t>
            </a:r>
            <a:r>
              <a:rPr lang="en-US" sz="3200" dirty="0"/>
              <a:t> </a:t>
            </a:r>
            <a:r>
              <a:rPr lang="en-US" sz="3200" dirty="0" err="1"/>
              <a:t>pertanyaan</a:t>
            </a:r>
            <a:r>
              <a:rPr lang="en-US" sz="3200" dirty="0"/>
              <a:t> </a:t>
            </a:r>
            <a:r>
              <a:rPr lang="en-US" sz="3200" dirty="0" err="1"/>
              <a:t>untuk</a:t>
            </a:r>
            <a:r>
              <a:rPr lang="en-US" sz="3200" dirty="0"/>
              <a:t> </a:t>
            </a:r>
            <a:r>
              <a:rPr lang="en-US" sz="3200" dirty="0" err="1"/>
              <a:t>wawancara</a:t>
            </a:r>
            <a:r>
              <a:rPr lang="en-US" sz="3200" dirty="0"/>
              <a:t> </a:t>
            </a:r>
          </a:p>
          <a:p>
            <a:pPr marL="514350" indent="-514350">
              <a:buAutoNum type="arabicParenR"/>
            </a:pPr>
            <a:r>
              <a:rPr lang="en-US" sz="3200" dirty="0" err="1"/>
              <a:t>Mempersiapkan</a:t>
            </a:r>
            <a:r>
              <a:rPr lang="en-US" sz="3200" dirty="0"/>
              <a:t> </a:t>
            </a:r>
            <a:r>
              <a:rPr lang="en-US" sz="3200" dirty="0" err="1"/>
              <a:t>keperluan</a:t>
            </a:r>
            <a:r>
              <a:rPr lang="en-US" sz="3200" dirty="0"/>
              <a:t> </a:t>
            </a:r>
            <a:r>
              <a:rPr lang="en-US" sz="3200" dirty="0" err="1"/>
              <a:t>wawancara</a:t>
            </a:r>
            <a:r>
              <a:rPr lang="en-US" sz="3200" dirty="0"/>
              <a:t> </a:t>
            </a:r>
          </a:p>
          <a:p>
            <a:pPr marL="514350" indent="-514350">
              <a:buAutoNum type="arabicParenR"/>
            </a:pPr>
            <a:r>
              <a:rPr lang="en-US" sz="3200" dirty="0" err="1"/>
              <a:t>Melakukan</a:t>
            </a:r>
            <a:r>
              <a:rPr lang="en-US" sz="3200" dirty="0"/>
              <a:t> proses </a:t>
            </a:r>
            <a:r>
              <a:rPr lang="en-US" sz="3200" dirty="0" err="1"/>
              <a:t>wawancara</a:t>
            </a:r>
            <a:r>
              <a:rPr lang="en-US" sz="3200" dirty="0"/>
              <a:t> </a:t>
            </a:r>
          </a:p>
          <a:p>
            <a:pPr marL="514350" indent="-514350">
              <a:buAutoNum type="arabicParenR"/>
            </a:pPr>
            <a:r>
              <a:rPr lang="en-US" sz="3200" dirty="0" err="1"/>
              <a:t>Tindak</a:t>
            </a:r>
            <a:r>
              <a:rPr lang="en-US" sz="3200" dirty="0"/>
              <a:t> </a:t>
            </a:r>
            <a:r>
              <a:rPr lang="en-US" sz="3200" dirty="0" err="1"/>
              <a:t>lanjut</a:t>
            </a:r>
            <a:r>
              <a:rPr lang="en-US" sz="3200" dirty="0"/>
              <a:t> </a:t>
            </a:r>
            <a:r>
              <a:rPr lang="en-US" sz="3200" dirty="0" err="1"/>
              <a:t>setelah</a:t>
            </a:r>
            <a:r>
              <a:rPr lang="en-US" sz="3200" dirty="0"/>
              <a:t> </a:t>
            </a:r>
            <a:r>
              <a:rPr lang="en-US" sz="3200" dirty="0" err="1"/>
              <a:t>melakukan</a:t>
            </a:r>
            <a:r>
              <a:rPr lang="en-US" sz="3200" dirty="0"/>
              <a:t> </a:t>
            </a:r>
            <a:r>
              <a:rPr lang="en-US" sz="3200" dirty="0" err="1"/>
              <a:t>wawancara</a:t>
            </a:r>
            <a:r>
              <a:rPr lang="en-US" sz="3200" dirty="0"/>
              <a:t>. </a:t>
            </a:r>
            <a:endParaRPr lang="sv-SE" sz="3200" dirty="0"/>
          </a:p>
        </p:txBody>
      </p:sp>
      <p:sp>
        <p:nvSpPr>
          <p:cNvPr id="4" name="Slide Number Placeholder 3"/>
          <p:cNvSpPr>
            <a:spLocks noGrp="1"/>
          </p:cNvSpPr>
          <p:nvPr>
            <p:ph type="sldNum" sz="quarter" idx="4"/>
          </p:nvPr>
        </p:nvSpPr>
        <p:spPr>
          <a:xfrm>
            <a:off x="8744844" y="6356350"/>
            <a:ext cx="3276600" cy="365125"/>
          </a:xfrm>
        </p:spPr>
        <p:txBody>
          <a:bodyPr/>
          <a:lstStyle/>
          <a:p>
            <a:fld id="{10E4A4DB-036F-4816-A98C-42C4167E83C5}" type="slidenum">
              <a:rPr lang="en-US" sz="2400" b="1" smtClean="0">
                <a:solidFill>
                  <a:srgbClr val="FF0000"/>
                </a:solidFill>
              </a:rPr>
              <a:pPr/>
              <a:t>11</a:t>
            </a:fld>
            <a:endParaRPr lang="en-US" sz="2400" b="1" dirty="0">
              <a:solidFill>
                <a:srgbClr val="FF0000"/>
              </a:solidFill>
            </a:endParaRPr>
          </a:p>
        </p:txBody>
      </p:sp>
    </p:spTree>
    <p:extLst>
      <p:ext uri="{BB962C8B-B14F-4D97-AF65-F5344CB8AC3E}">
        <p14:creationId xmlns:p14="http://schemas.microsoft.com/office/powerpoint/2010/main" val="1110816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Teknik</a:t>
            </a:r>
            <a:r>
              <a:rPr lang="en-US" dirty="0"/>
              <a:t> </a:t>
            </a:r>
            <a:r>
              <a:rPr lang="en-US" dirty="0" err="1"/>
              <a:t>Kuesioner</a:t>
            </a:r>
            <a:endParaRPr lang="en-US" dirty="0"/>
          </a:p>
        </p:txBody>
      </p:sp>
      <p:sp>
        <p:nvSpPr>
          <p:cNvPr id="3" name="Content Placeholder 2"/>
          <p:cNvSpPr>
            <a:spLocks noGrp="1"/>
          </p:cNvSpPr>
          <p:nvPr>
            <p:ph idx="1"/>
          </p:nvPr>
        </p:nvSpPr>
        <p:spPr/>
        <p:txBody>
          <a:bodyPr>
            <a:normAutofit/>
          </a:bodyPr>
          <a:lstStyle/>
          <a:p>
            <a:pPr marL="0" indent="0">
              <a:buNone/>
            </a:pPr>
            <a:r>
              <a:rPr lang="sv-SE" sz="3200" dirty="0"/>
              <a:t>Kuesioner adalah sekumpulan pertanyaan tertulis yang digunakan untuk memperoleh informasi dari individu. Kuesioner sering digunakan ketika ada banyak orang yang membutuhkan informasi dan pendapat. </a:t>
            </a:r>
          </a:p>
        </p:txBody>
      </p:sp>
      <p:sp>
        <p:nvSpPr>
          <p:cNvPr id="4" name="Slide Number Placeholder 3"/>
          <p:cNvSpPr>
            <a:spLocks noGrp="1"/>
          </p:cNvSpPr>
          <p:nvPr>
            <p:ph type="sldNum" sz="quarter" idx="4"/>
          </p:nvPr>
        </p:nvSpPr>
        <p:spPr>
          <a:xfrm>
            <a:off x="8744844" y="6356350"/>
            <a:ext cx="3276600" cy="365125"/>
          </a:xfrm>
        </p:spPr>
        <p:txBody>
          <a:bodyPr/>
          <a:lstStyle/>
          <a:p>
            <a:fld id="{10E4A4DB-036F-4816-A98C-42C4167E83C5}" type="slidenum">
              <a:rPr lang="en-US" sz="2400" b="1" smtClean="0">
                <a:solidFill>
                  <a:srgbClr val="FF0000"/>
                </a:solidFill>
              </a:rPr>
              <a:pPr/>
              <a:t>12</a:t>
            </a:fld>
            <a:endParaRPr lang="en-US" sz="2400" b="1" dirty="0">
              <a:solidFill>
                <a:srgbClr val="FF0000"/>
              </a:solidFill>
            </a:endParaRPr>
          </a:p>
        </p:txBody>
      </p:sp>
    </p:spTree>
    <p:extLst>
      <p:ext uri="{BB962C8B-B14F-4D97-AF65-F5344CB8AC3E}">
        <p14:creationId xmlns:p14="http://schemas.microsoft.com/office/powerpoint/2010/main" val="3180334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Teknik</a:t>
            </a:r>
            <a:r>
              <a:rPr lang="en-US" dirty="0"/>
              <a:t> </a:t>
            </a:r>
            <a:r>
              <a:rPr lang="en-US" dirty="0" err="1"/>
              <a:t>Kuesioner</a:t>
            </a:r>
            <a:r>
              <a:rPr lang="en-US" dirty="0"/>
              <a:t> (Cont..)</a:t>
            </a:r>
          </a:p>
        </p:txBody>
      </p:sp>
      <p:sp>
        <p:nvSpPr>
          <p:cNvPr id="3" name="Content Placeholder 2"/>
          <p:cNvSpPr>
            <a:spLocks noGrp="1"/>
          </p:cNvSpPr>
          <p:nvPr>
            <p:ph idx="1"/>
          </p:nvPr>
        </p:nvSpPr>
        <p:spPr/>
        <p:txBody>
          <a:bodyPr>
            <a:normAutofit fontScale="92500"/>
          </a:bodyPr>
          <a:lstStyle/>
          <a:p>
            <a:pPr marL="0" indent="0">
              <a:buNone/>
            </a:pPr>
            <a:r>
              <a:rPr lang="en-US" sz="3200" dirty="0" err="1"/>
              <a:t>Pengumpulan</a:t>
            </a:r>
            <a:r>
              <a:rPr lang="en-US" sz="3200" dirty="0"/>
              <a:t> data </a:t>
            </a:r>
            <a:r>
              <a:rPr lang="en-US" sz="3200" dirty="0" err="1"/>
              <a:t>dengan</a:t>
            </a:r>
            <a:r>
              <a:rPr lang="en-US" sz="3200" dirty="0"/>
              <a:t> </a:t>
            </a:r>
            <a:r>
              <a:rPr lang="en-US" sz="3200" dirty="0" err="1"/>
              <a:t>menggunakan</a:t>
            </a:r>
            <a:r>
              <a:rPr lang="en-US" sz="3200" dirty="0"/>
              <a:t> </a:t>
            </a:r>
            <a:r>
              <a:rPr lang="en-US" sz="3200" dirty="0" err="1"/>
              <a:t>kuisioner</a:t>
            </a:r>
            <a:r>
              <a:rPr lang="en-US" sz="3200" dirty="0"/>
              <a:t> </a:t>
            </a:r>
            <a:r>
              <a:rPr lang="en-US" sz="3200" dirty="0" err="1"/>
              <a:t>mempunyai</a:t>
            </a:r>
            <a:r>
              <a:rPr lang="en-US" sz="3200" dirty="0"/>
              <a:t> </a:t>
            </a:r>
            <a:r>
              <a:rPr lang="en-US" sz="3200" b="1" dirty="0" err="1"/>
              <a:t>keuntungan</a:t>
            </a:r>
            <a:r>
              <a:rPr lang="en-US" sz="3200" dirty="0"/>
              <a:t> </a:t>
            </a:r>
            <a:r>
              <a:rPr lang="en-US" sz="3200" dirty="0" err="1"/>
              <a:t>yaitu</a:t>
            </a:r>
            <a:r>
              <a:rPr lang="en-US" sz="3200" dirty="0"/>
              <a:t>:</a:t>
            </a:r>
          </a:p>
          <a:p>
            <a:pPr lvl="0"/>
            <a:r>
              <a:rPr lang="en-US" sz="3200" dirty="0" err="1"/>
              <a:t>Hasilnya</a:t>
            </a:r>
            <a:r>
              <a:rPr lang="en-US" sz="3200" dirty="0"/>
              <a:t> </a:t>
            </a:r>
            <a:r>
              <a:rPr lang="en-US" sz="3200" dirty="0" err="1"/>
              <a:t>lebih</a:t>
            </a:r>
            <a:r>
              <a:rPr lang="en-US" sz="3200" dirty="0"/>
              <a:t> </a:t>
            </a:r>
            <a:r>
              <a:rPr lang="en-US" sz="3200" dirty="0" err="1"/>
              <a:t>objektif</a:t>
            </a:r>
            <a:r>
              <a:rPr lang="en-US" sz="3200" dirty="0"/>
              <a:t>, </a:t>
            </a:r>
            <a:r>
              <a:rPr lang="en-US" sz="3200" dirty="0" err="1"/>
              <a:t>karena</a:t>
            </a:r>
            <a:r>
              <a:rPr lang="en-US" sz="3200" dirty="0"/>
              <a:t> </a:t>
            </a:r>
            <a:r>
              <a:rPr lang="en-US" sz="3200" dirty="0" err="1"/>
              <a:t>kuisioner</a:t>
            </a:r>
            <a:r>
              <a:rPr lang="en-US" sz="3200" dirty="0"/>
              <a:t> </a:t>
            </a:r>
            <a:r>
              <a:rPr lang="en-US" sz="3200" dirty="0" err="1"/>
              <a:t>dapat</a:t>
            </a:r>
            <a:r>
              <a:rPr lang="en-US" sz="3200" dirty="0"/>
              <a:t> </a:t>
            </a:r>
            <a:r>
              <a:rPr lang="en-US" sz="3200" dirty="0" err="1"/>
              <a:t>dilakukan</a:t>
            </a:r>
            <a:r>
              <a:rPr lang="en-US" sz="3200" dirty="0"/>
              <a:t> </a:t>
            </a:r>
            <a:r>
              <a:rPr lang="en-US" sz="3200" dirty="0" err="1"/>
              <a:t>kepada</a:t>
            </a:r>
            <a:r>
              <a:rPr lang="en-US" sz="3200" dirty="0"/>
              <a:t> </a:t>
            </a:r>
            <a:r>
              <a:rPr lang="en-US" sz="3200" dirty="0" err="1"/>
              <a:t>banyak</a:t>
            </a:r>
            <a:r>
              <a:rPr lang="en-US" sz="3200" dirty="0"/>
              <a:t> orang </a:t>
            </a:r>
            <a:r>
              <a:rPr lang="en-US" sz="3200" dirty="0" err="1"/>
              <a:t>sekaligus</a:t>
            </a:r>
            <a:r>
              <a:rPr lang="en-US" sz="3200" dirty="0"/>
              <a:t>.</a:t>
            </a:r>
          </a:p>
          <a:p>
            <a:pPr lvl="0"/>
            <a:r>
              <a:rPr lang="en-US" sz="3200" dirty="0" err="1"/>
              <a:t>Waktunya</a:t>
            </a:r>
            <a:r>
              <a:rPr lang="en-US" sz="3200" dirty="0"/>
              <a:t> </a:t>
            </a:r>
            <a:r>
              <a:rPr lang="en-US" sz="3200" dirty="0" err="1"/>
              <a:t>lebih</a:t>
            </a:r>
            <a:r>
              <a:rPr lang="en-US" sz="3200" dirty="0"/>
              <a:t> </a:t>
            </a:r>
            <a:r>
              <a:rPr lang="en-US" sz="3200" dirty="0" err="1"/>
              <a:t>singkat</a:t>
            </a:r>
            <a:endParaRPr lang="en-US" sz="3200" dirty="0"/>
          </a:p>
          <a:p>
            <a:pPr marL="0" indent="0">
              <a:buNone/>
            </a:pPr>
            <a:endParaRPr lang="en-US" sz="3200" dirty="0"/>
          </a:p>
          <a:p>
            <a:pPr marL="0" indent="0">
              <a:buNone/>
            </a:pPr>
            <a:r>
              <a:rPr lang="en-US" sz="3200" dirty="0" err="1"/>
              <a:t>Sedangkan</a:t>
            </a:r>
            <a:r>
              <a:rPr lang="en-US" sz="3200" dirty="0"/>
              <a:t> </a:t>
            </a:r>
            <a:r>
              <a:rPr lang="en-US" sz="3200" b="1" dirty="0" err="1"/>
              <a:t>kelemahan</a:t>
            </a:r>
            <a:r>
              <a:rPr lang="en-US" sz="3200" dirty="0"/>
              <a:t> </a:t>
            </a:r>
            <a:r>
              <a:rPr lang="en-US" sz="3200" dirty="0" err="1"/>
              <a:t>pengumpulan</a:t>
            </a:r>
            <a:r>
              <a:rPr lang="en-US" sz="3200" dirty="0"/>
              <a:t> data </a:t>
            </a:r>
            <a:r>
              <a:rPr lang="en-US" sz="3200" dirty="0" err="1"/>
              <a:t>dengan</a:t>
            </a:r>
            <a:r>
              <a:rPr lang="en-US" sz="3200" dirty="0"/>
              <a:t> </a:t>
            </a:r>
            <a:r>
              <a:rPr lang="en-US" sz="3200" dirty="0" err="1"/>
              <a:t>menggunakan</a:t>
            </a:r>
            <a:r>
              <a:rPr lang="en-US" sz="3200" dirty="0"/>
              <a:t> </a:t>
            </a:r>
            <a:r>
              <a:rPr lang="en-US" sz="3200" dirty="0" err="1"/>
              <a:t>kuisioner</a:t>
            </a:r>
            <a:r>
              <a:rPr lang="en-US" sz="3200" dirty="0"/>
              <a:t> </a:t>
            </a:r>
            <a:r>
              <a:rPr lang="en-US" sz="3200" dirty="0" err="1"/>
              <a:t>adalah</a:t>
            </a:r>
            <a:r>
              <a:rPr lang="en-US" sz="3200" dirty="0"/>
              <a:t> </a:t>
            </a:r>
            <a:r>
              <a:rPr lang="en-US" sz="3200" dirty="0" err="1"/>
              <a:t>sebagai</a:t>
            </a:r>
            <a:r>
              <a:rPr lang="en-US" sz="3200" dirty="0"/>
              <a:t> </a:t>
            </a:r>
            <a:r>
              <a:rPr lang="en-US" sz="3200" dirty="0" err="1"/>
              <a:t>berikut</a:t>
            </a:r>
            <a:r>
              <a:rPr lang="en-US" sz="3200" dirty="0"/>
              <a:t>:</a:t>
            </a:r>
          </a:p>
          <a:p>
            <a:pPr lvl="0"/>
            <a:r>
              <a:rPr lang="en-US" sz="3200" dirty="0" err="1"/>
              <a:t>Responden</a:t>
            </a:r>
            <a:r>
              <a:rPr lang="en-US" sz="3200" dirty="0"/>
              <a:t> </a:t>
            </a:r>
            <a:r>
              <a:rPr lang="en-US" sz="3200" dirty="0" err="1"/>
              <a:t>cenderung</a:t>
            </a:r>
            <a:r>
              <a:rPr lang="en-US" sz="3200" dirty="0"/>
              <a:t> </a:t>
            </a:r>
            <a:r>
              <a:rPr lang="en-US" sz="3200" dirty="0" err="1"/>
              <a:t>malas</a:t>
            </a:r>
            <a:r>
              <a:rPr lang="en-US" sz="3200" dirty="0"/>
              <a:t> </a:t>
            </a:r>
            <a:r>
              <a:rPr lang="en-US" sz="3200" dirty="0" err="1"/>
              <a:t>untuk</a:t>
            </a:r>
            <a:r>
              <a:rPr lang="en-US" sz="3200" dirty="0"/>
              <a:t> </a:t>
            </a:r>
            <a:r>
              <a:rPr lang="en-US" sz="3200" dirty="0" err="1"/>
              <a:t>mengisi</a:t>
            </a:r>
            <a:r>
              <a:rPr lang="en-US" sz="3200" dirty="0"/>
              <a:t> </a:t>
            </a:r>
            <a:r>
              <a:rPr lang="en-US" sz="3200" dirty="0" err="1"/>
              <a:t>kuisioner</a:t>
            </a:r>
            <a:endParaRPr lang="en-US" sz="3200" dirty="0"/>
          </a:p>
          <a:p>
            <a:pPr lvl="0"/>
            <a:r>
              <a:rPr lang="en-US" sz="3200" dirty="0" err="1"/>
              <a:t>Sulit</a:t>
            </a:r>
            <a:r>
              <a:rPr lang="en-US" sz="3200" dirty="0"/>
              <a:t> </a:t>
            </a:r>
            <a:r>
              <a:rPr lang="en-US" sz="3200" dirty="0" err="1"/>
              <a:t>untuk</a:t>
            </a:r>
            <a:r>
              <a:rPr lang="en-US" sz="3200" dirty="0"/>
              <a:t> </a:t>
            </a:r>
            <a:r>
              <a:rPr lang="en-US" sz="3200" dirty="0" err="1"/>
              <a:t>membuat</a:t>
            </a:r>
            <a:r>
              <a:rPr lang="en-US" sz="3200" dirty="0"/>
              <a:t> </a:t>
            </a:r>
            <a:r>
              <a:rPr lang="en-US" sz="3200" dirty="0" err="1"/>
              <a:t>pertanyaan</a:t>
            </a:r>
            <a:r>
              <a:rPr lang="en-US" sz="3200" dirty="0"/>
              <a:t> yang </a:t>
            </a:r>
            <a:r>
              <a:rPr lang="en-US" sz="3200" dirty="0" err="1"/>
              <a:t>singkat</a:t>
            </a:r>
            <a:r>
              <a:rPr lang="en-US" sz="3200" dirty="0"/>
              <a:t>, </a:t>
            </a:r>
            <a:r>
              <a:rPr lang="en-US" sz="3200" dirty="0" err="1"/>
              <a:t>jelas</a:t>
            </a:r>
            <a:r>
              <a:rPr lang="en-US" sz="3200" dirty="0"/>
              <a:t> </a:t>
            </a:r>
            <a:r>
              <a:rPr lang="en-US" sz="3200" dirty="0" err="1"/>
              <a:t>dan</a:t>
            </a:r>
            <a:r>
              <a:rPr lang="en-US" sz="3200" dirty="0"/>
              <a:t> </a:t>
            </a:r>
            <a:r>
              <a:rPr lang="en-US" sz="3200" dirty="0" err="1"/>
              <a:t>mudah</a:t>
            </a:r>
            <a:r>
              <a:rPr lang="en-US" sz="3200" dirty="0"/>
              <a:t> </a:t>
            </a:r>
            <a:r>
              <a:rPr lang="en-US" sz="3200" dirty="0" err="1"/>
              <a:t>dipahami</a:t>
            </a:r>
            <a:r>
              <a:rPr lang="en-US" sz="3200" dirty="0"/>
              <a:t>.</a:t>
            </a:r>
          </a:p>
        </p:txBody>
      </p:sp>
      <p:sp>
        <p:nvSpPr>
          <p:cNvPr id="4" name="Slide Number Placeholder 3"/>
          <p:cNvSpPr>
            <a:spLocks noGrp="1"/>
          </p:cNvSpPr>
          <p:nvPr>
            <p:ph type="sldNum" sz="quarter" idx="4"/>
          </p:nvPr>
        </p:nvSpPr>
        <p:spPr>
          <a:xfrm>
            <a:off x="8744844" y="6356350"/>
            <a:ext cx="3276600" cy="365125"/>
          </a:xfrm>
        </p:spPr>
        <p:txBody>
          <a:bodyPr/>
          <a:lstStyle/>
          <a:p>
            <a:fld id="{10E4A4DB-036F-4816-A98C-42C4167E83C5}" type="slidenum">
              <a:rPr lang="en-US" sz="2400" b="1" smtClean="0">
                <a:solidFill>
                  <a:srgbClr val="FF0000"/>
                </a:solidFill>
              </a:rPr>
              <a:pPr/>
              <a:t>13</a:t>
            </a:fld>
            <a:endParaRPr lang="en-US" sz="2400" b="1" dirty="0">
              <a:solidFill>
                <a:srgbClr val="FF0000"/>
              </a:solidFill>
            </a:endParaRPr>
          </a:p>
        </p:txBody>
      </p:sp>
    </p:spTree>
    <p:extLst>
      <p:ext uri="{BB962C8B-B14F-4D97-AF65-F5344CB8AC3E}">
        <p14:creationId xmlns:p14="http://schemas.microsoft.com/office/powerpoint/2010/main" val="4293646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Teknik</a:t>
            </a:r>
            <a:r>
              <a:rPr lang="en-US" dirty="0"/>
              <a:t> </a:t>
            </a:r>
            <a:r>
              <a:rPr lang="en-US" dirty="0" err="1"/>
              <a:t>Kuesioner</a:t>
            </a:r>
            <a:r>
              <a:rPr lang="en-US" dirty="0"/>
              <a:t> (Cont..)</a:t>
            </a:r>
          </a:p>
        </p:txBody>
      </p:sp>
      <p:sp>
        <p:nvSpPr>
          <p:cNvPr id="3" name="Content Placeholder 2"/>
          <p:cNvSpPr>
            <a:spLocks noGrp="1"/>
          </p:cNvSpPr>
          <p:nvPr>
            <p:ph idx="1"/>
          </p:nvPr>
        </p:nvSpPr>
        <p:spPr/>
        <p:txBody>
          <a:bodyPr>
            <a:noAutofit/>
          </a:bodyPr>
          <a:lstStyle/>
          <a:p>
            <a:pPr marL="0" indent="0">
              <a:buNone/>
            </a:pPr>
            <a:r>
              <a:rPr lang="sv-SE" dirty="0"/>
              <a:t>Berikut adalah pedoman desain pembuatan kuesioner : </a:t>
            </a:r>
          </a:p>
          <a:p>
            <a:r>
              <a:rPr lang="sv-SE" dirty="0"/>
              <a:t>Mulailah dengan pertanyaan yang tidak mengancam dan menarik. </a:t>
            </a:r>
          </a:p>
          <a:p>
            <a:r>
              <a:rPr lang="sv-SE" dirty="0"/>
              <a:t>Jangan meletakkan item penting di akhir kuesioner. </a:t>
            </a:r>
          </a:p>
          <a:p>
            <a:r>
              <a:rPr lang="sv-SE" dirty="0"/>
              <a:t>Jangan memenuhi halaman dengan terlalu banyak item. </a:t>
            </a:r>
          </a:p>
          <a:p>
            <a:r>
              <a:rPr lang="sv-SE" dirty="0"/>
              <a:t>Hindari singkatan. </a:t>
            </a:r>
          </a:p>
          <a:p>
            <a:r>
              <a:rPr lang="sv-SE" dirty="0"/>
              <a:t>Hindari item atau istilah yang bias atau menjurus. </a:t>
            </a:r>
          </a:p>
          <a:p>
            <a:r>
              <a:rPr lang="sv-SE" dirty="0"/>
              <a:t>Nomor pertanyaan untuk menghindari kebingungan. </a:t>
            </a:r>
          </a:p>
          <a:p>
            <a:r>
              <a:rPr lang="sv-SE" dirty="0"/>
              <a:t>Lakukan uji coba kuesioner untuk mengidentifikasi pertanyaan yang membingungkan. </a:t>
            </a:r>
          </a:p>
          <a:p>
            <a:r>
              <a:rPr lang="sv-SE" dirty="0"/>
              <a:t>Berikan anonimitas kepada responden. </a:t>
            </a:r>
          </a:p>
        </p:txBody>
      </p:sp>
      <p:sp>
        <p:nvSpPr>
          <p:cNvPr id="4" name="Slide Number Placeholder 3"/>
          <p:cNvSpPr>
            <a:spLocks noGrp="1"/>
          </p:cNvSpPr>
          <p:nvPr>
            <p:ph type="sldNum" sz="quarter" idx="4"/>
          </p:nvPr>
        </p:nvSpPr>
        <p:spPr>
          <a:xfrm>
            <a:off x="8744844" y="6356350"/>
            <a:ext cx="3276600" cy="365125"/>
          </a:xfrm>
        </p:spPr>
        <p:txBody>
          <a:bodyPr/>
          <a:lstStyle/>
          <a:p>
            <a:fld id="{10E4A4DB-036F-4816-A98C-42C4167E83C5}" type="slidenum">
              <a:rPr lang="en-US" sz="2400" b="1" smtClean="0">
                <a:solidFill>
                  <a:srgbClr val="FF0000"/>
                </a:solidFill>
              </a:rPr>
              <a:pPr/>
              <a:t>14</a:t>
            </a:fld>
            <a:endParaRPr lang="en-US" sz="2400" b="1" dirty="0">
              <a:solidFill>
                <a:srgbClr val="FF0000"/>
              </a:solidFill>
            </a:endParaRPr>
          </a:p>
        </p:txBody>
      </p:sp>
    </p:spTree>
    <p:extLst>
      <p:ext uri="{BB962C8B-B14F-4D97-AF65-F5344CB8AC3E}">
        <p14:creationId xmlns:p14="http://schemas.microsoft.com/office/powerpoint/2010/main" val="326767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Teknik</a:t>
            </a:r>
            <a:r>
              <a:rPr lang="en-US" dirty="0"/>
              <a:t> </a:t>
            </a:r>
            <a:r>
              <a:rPr lang="en-US" dirty="0" err="1"/>
              <a:t>Observasi</a:t>
            </a:r>
            <a:endParaRPr lang="en-US" dirty="0"/>
          </a:p>
        </p:txBody>
      </p:sp>
      <p:sp>
        <p:nvSpPr>
          <p:cNvPr id="3" name="Content Placeholder 2"/>
          <p:cNvSpPr>
            <a:spLocks noGrp="1"/>
          </p:cNvSpPr>
          <p:nvPr>
            <p:ph idx="1"/>
          </p:nvPr>
        </p:nvSpPr>
        <p:spPr/>
        <p:txBody>
          <a:bodyPr>
            <a:normAutofit/>
          </a:bodyPr>
          <a:lstStyle/>
          <a:p>
            <a:pPr marL="0" indent="0">
              <a:buNone/>
            </a:pPr>
            <a:r>
              <a:rPr lang="sv-SE" sz="3200" dirty="0"/>
              <a:t>Observasi atau pengamatan adalah tindakan mengamati proses yang dilakukan, merupakan alat yang ampuh untuk mengumpulkan informasi tentang sistem apa adanya karena memungkinkan analis untuk melihat realitas situasi, daripada mendengarkan orang lain menggambarkannya dalam wawancara.</a:t>
            </a:r>
          </a:p>
          <a:p>
            <a:pPr marL="0" indent="0">
              <a:buNone/>
            </a:pPr>
            <a:r>
              <a:rPr lang="sv-SE" sz="3200" dirty="0"/>
              <a:t>Observasi adalah cara yang baik untuk memeriksa validitas informasi yang dikumpulkan dari sumber tidak langsung seperti wawancara dan kuesioner.</a:t>
            </a:r>
          </a:p>
        </p:txBody>
      </p:sp>
      <p:sp>
        <p:nvSpPr>
          <p:cNvPr id="4" name="Slide Number Placeholder 3"/>
          <p:cNvSpPr>
            <a:spLocks noGrp="1"/>
          </p:cNvSpPr>
          <p:nvPr>
            <p:ph type="sldNum" sz="quarter" idx="4"/>
          </p:nvPr>
        </p:nvSpPr>
        <p:spPr>
          <a:xfrm>
            <a:off x="8744844" y="6356350"/>
            <a:ext cx="3276600" cy="365125"/>
          </a:xfrm>
        </p:spPr>
        <p:txBody>
          <a:bodyPr/>
          <a:lstStyle/>
          <a:p>
            <a:fld id="{10E4A4DB-036F-4816-A98C-42C4167E83C5}" type="slidenum">
              <a:rPr lang="en-US" sz="2400" b="1" smtClean="0">
                <a:solidFill>
                  <a:srgbClr val="FF0000"/>
                </a:solidFill>
              </a:rPr>
              <a:pPr/>
              <a:t>15</a:t>
            </a:fld>
            <a:endParaRPr lang="en-US" sz="2400" b="1" dirty="0">
              <a:solidFill>
                <a:srgbClr val="FF0000"/>
              </a:solidFill>
            </a:endParaRPr>
          </a:p>
        </p:txBody>
      </p:sp>
    </p:spTree>
    <p:extLst>
      <p:ext uri="{BB962C8B-B14F-4D97-AF65-F5344CB8AC3E}">
        <p14:creationId xmlns:p14="http://schemas.microsoft.com/office/powerpoint/2010/main" val="1356790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Teknik</a:t>
            </a:r>
            <a:r>
              <a:rPr lang="en-US" dirty="0"/>
              <a:t> </a:t>
            </a:r>
            <a:r>
              <a:rPr lang="en-US" dirty="0" err="1"/>
              <a:t>Observasi</a:t>
            </a:r>
            <a:r>
              <a:rPr lang="en-US" dirty="0"/>
              <a:t> (Cont..)</a:t>
            </a:r>
          </a:p>
        </p:txBody>
      </p:sp>
      <p:sp>
        <p:nvSpPr>
          <p:cNvPr id="3" name="Content Placeholder 2"/>
          <p:cNvSpPr>
            <a:spLocks noGrp="1"/>
          </p:cNvSpPr>
          <p:nvPr>
            <p:ph idx="1"/>
          </p:nvPr>
        </p:nvSpPr>
        <p:spPr>
          <a:xfrm>
            <a:off x="1057141" y="857250"/>
            <a:ext cx="10515600" cy="6000749"/>
          </a:xfrm>
        </p:spPr>
        <p:txBody>
          <a:bodyPr>
            <a:noAutofit/>
          </a:bodyPr>
          <a:lstStyle/>
          <a:p>
            <a:pPr marL="0" indent="0">
              <a:buNone/>
            </a:pPr>
            <a:r>
              <a:rPr lang="en-US" sz="2200" dirty="0" err="1"/>
              <a:t>Pengumpulan</a:t>
            </a:r>
            <a:r>
              <a:rPr lang="en-US" sz="2200" dirty="0"/>
              <a:t> data </a:t>
            </a:r>
            <a:r>
              <a:rPr lang="en-US" sz="2200" dirty="0" err="1"/>
              <a:t>dengan</a:t>
            </a:r>
            <a:r>
              <a:rPr lang="en-US" sz="2200" dirty="0"/>
              <a:t> </a:t>
            </a:r>
            <a:r>
              <a:rPr lang="en-US" sz="2200" dirty="0" err="1"/>
              <a:t>menggunakan</a:t>
            </a:r>
            <a:r>
              <a:rPr lang="en-US" sz="2200" dirty="0"/>
              <a:t> </a:t>
            </a:r>
            <a:r>
              <a:rPr lang="en-US" sz="2200" dirty="0" err="1"/>
              <a:t>observasi</a:t>
            </a:r>
            <a:r>
              <a:rPr lang="en-US" sz="2200" dirty="0"/>
              <a:t> </a:t>
            </a:r>
            <a:r>
              <a:rPr lang="en-US" sz="2200" dirty="0" err="1"/>
              <a:t>mempunyai</a:t>
            </a:r>
            <a:r>
              <a:rPr lang="en-US" sz="2200" dirty="0"/>
              <a:t> </a:t>
            </a:r>
            <a:r>
              <a:rPr lang="en-US" sz="2200" b="1" dirty="0" err="1"/>
              <a:t>keuntungan</a:t>
            </a:r>
            <a:r>
              <a:rPr lang="en-US" sz="2200" dirty="0"/>
              <a:t> </a:t>
            </a:r>
            <a:r>
              <a:rPr lang="en-US" sz="2200" dirty="0" err="1"/>
              <a:t>berikut</a:t>
            </a:r>
            <a:r>
              <a:rPr lang="en-US" sz="2200" dirty="0"/>
              <a:t>:</a:t>
            </a:r>
          </a:p>
          <a:p>
            <a:pPr lvl="0"/>
            <a:r>
              <a:rPr lang="en-US" sz="2200" dirty="0" err="1"/>
              <a:t>Analis</a:t>
            </a:r>
            <a:r>
              <a:rPr lang="en-US" sz="2200" dirty="0"/>
              <a:t> </a:t>
            </a:r>
            <a:r>
              <a:rPr lang="en-US" sz="2200" dirty="0" err="1"/>
              <a:t>dapat</a:t>
            </a:r>
            <a:r>
              <a:rPr lang="en-US" sz="2200" dirty="0"/>
              <a:t> </a:t>
            </a:r>
            <a:r>
              <a:rPr lang="en-US" sz="2200" dirty="0" err="1"/>
              <a:t>melihat</a:t>
            </a:r>
            <a:r>
              <a:rPr lang="en-US" sz="2200" dirty="0"/>
              <a:t> </a:t>
            </a:r>
            <a:r>
              <a:rPr lang="en-US" sz="2200" dirty="0" err="1"/>
              <a:t>langsung</a:t>
            </a:r>
            <a:r>
              <a:rPr lang="en-US" sz="2200" dirty="0"/>
              <a:t> </a:t>
            </a:r>
            <a:r>
              <a:rPr lang="en-US" sz="2200" dirty="0" err="1"/>
              <a:t>bagaimana</a:t>
            </a:r>
            <a:r>
              <a:rPr lang="en-US" sz="2200" dirty="0"/>
              <a:t> system lama </a:t>
            </a:r>
            <a:r>
              <a:rPr lang="en-US" sz="2200" dirty="0" err="1"/>
              <a:t>berjalan</a:t>
            </a:r>
            <a:r>
              <a:rPr lang="en-US" sz="2200" dirty="0"/>
              <a:t>.</a:t>
            </a:r>
          </a:p>
          <a:p>
            <a:pPr lvl="0"/>
            <a:r>
              <a:rPr lang="en-US" sz="2200" dirty="0" err="1"/>
              <a:t>Mampu</a:t>
            </a:r>
            <a:r>
              <a:rPr lang="en-US" sz="2200" dirty="0"/>
              <a:t> </a:t>
            </a:r>
            <a:r>
              <a:rPr lang="en-US" sz="2200" dirty="0" err="1"/>
              <a:t>menghasilkan</a:t>
            </a:r>
            <a:r>
              <a:rPr lang="en-US" sz="2200" dirty="0"/>
              <a:t> </a:t>
            </a:r>
            <a:r>
              <a:rPr lang="en-US" sz="2200" dirty="0" err="1"/>
              <a:t>gambaran</a:t>
            </a:r>
            <a:r>
              <a:rPr lang="en-US" sz="2200" dirty="0"/>
              <a:t> </a:t>
            </a:r>
            <a:r>
              <a:rPr lang="en-US" sz="2200" dirty="0" err="1"/>
              <a:t>lebih</a:t>
            </a:r>
            <a:r>
              <a:rPr lang="en-US" sz="2200" dirty="0"/>
              <a:t> </a:t>
            </a:r>
            <a:r>
              <a:rPr lang="en-US" sz="2200" dirty="0" err="1"/>
              <a:t>baik</a:t>
            </a:r>
            <a:r>
              <a:rPr lang="en-US" sz="2200" dirty="0"/>
              <a:t> </a:t>
            </a:r>
            <a:r>
              <a:rPr lang="en-US" sz="2200" dirty="0" err="1"/>
              <a:t>jika</a:t>
            </a:r>
            <a:r>
              <a:rPr lang="en-US" sz="2200" dirty="0"/>
              <a:t> </a:t>
            </a:r>
            <a:r>
              <a:rPr lang="en-US" sz="2200" dirty="0" err="1"/>
              <a:t>dibanding</a:t>
            </a:r>
            <a:r>
              <a:rPr lang="en-US" sz="2200" dirty="0"/>
              <a:t> </a:t>
            </a:r>
            <a:r>
              <a:rPr lang="en-US" sz="2200" dirty="0" err="1"/>
              <a:t>dengan</a:t>
            </a:r>
            <a:r>
              <a:rPr lang="en-US" sz="2200" dirty="0"/>
              <a:t> </a:t>
            </a:r>
            <a:r>
              <a:rPr lang="en-US" sz="2200" dirty="0" err="1"/>
              <a:t>teknik</a:t>
            </a:r>
            <a:r>
              <a:rPr lang="en-US" sz="2200" dirty="0"/>
              <a:t> </a:t>
            </a:r>
            <a:r>
              <a:rPr lang="en-US" sz="2200" dirty="0" err="1"/>
              <a:t>lainnya</a:t>
            </a:r>
            <a:r>
              <a:rPr lang="en-US" sz="2200" dirty="0"/>
              <a:t>.</a:t>
            </a:r>
          </a:p>
          <a:p>
            <a:pPr lvl="0"/>
            <a:endParaRPr lang="en-US" sz="2200" dirty="0"/>
          </a:p>
          <a:p>
            <a:pPr marL="0" indent="0">
              <a:buNone/>
            </a:pPr>
            <a:r>
              <a:rPr lang="en-US" sz="2200" dirty="0" err="1"/>
              <a:t>Sedangkan</a:t>
            </a:r>
            <a:r>
              <a:rPr lang="en-US" sz="2200" dirty="0"/>
              <a:t> </a:t>
            </a:r>
            <a:r>
              <a:rPr lang="en-US" sz="2200" b="1" dirty="0" err="1"/>
              <a:t>kelemahan</a:t>
            </a:r>
            <a:r>
              <a:rPr lang="en-US" sz="2200" dirty="0"/>
              <a:t> </a:t>
            </a:r>
            <a:r>
              <a:rPr lang="en-US" sz="2200" dirty="0" err="1"/>
              <a:t>dengan</a:t>
            </a:r>
            <a:r>
              <a:rPr lang="en-US" sz="2200" dirty="0"/>
              <a:t> </a:t>
            </a:r>
            <a:r>
              <a:rPr lang="en-US" sz="2200" dirty="0" err="1"/>
              <a:t>menggunakan</a:t>
            </a:r>
            <a:r>
              <a:rPr lang="en-US" sz="2200" dirty="0"/>
              <a:t> </a:t>
            </a:r>
            <a:r>
              <a:rPr lang="en-US" sz="2200" dirty="0" err="1"/>
              <a:t>teknik</a:t>
            </a:r>
            <a:r>
              <a:rPr lang="en-US" sz="2200" dirty="0"/>
              <a:t> </a:t>
            </a:r>
            <a:r>
              <a:rPr lang="en-US" sz="2200" dirty="0" err="1"/>
              <a:t>observasi</a:t>
            </a:r>
            <a:r>
              <a:rPr lang="en-US" sz="2200" dirty="0"/>
              <a:t> </a:t>
            </a:r>
            <a:r>
              <a:rPr lang="en-US" sz="2200" dirty="0" err="1"/>
              <a:t>adalah</a:t>
            </a:r>
            <a:r>
              <a:rPr lang="en-US" sz="2200" dirty="0"/>
              <a:t>:</a:t>
            </a:r>
          </a:p>
          <a:p>
            <a:pPr lvl="0"/>
            <a:r>
              <a:rPr lang="en-US" sz="2200" dirty="0" err="1"/>
              <a:t>Membutuhkan</a:t>
            </a:r>
            <a:r>
              <a:rPr lang="en-US" sz="2200" dirty="0"/>
              <a:t> </a:t>
            </a:r>
            <a:r>
              <a:rPr lang="en-US" sz="2200" dirty="0" err="1"/>
              <a:t>waktu</a:t>
            </a:r>
            <a:r>
              <a:rPr lang="en-US" sz="2200" dirty="0"/>
              <a:t> </a:t>
            </a:r>
            <a:r>
              <a:rPr lang="en-US" sz="2200" dirty="0" err="1"/>
              <a:t>cukup</a:t>
            </a:r>
            <a:r>
              <a:rPr lang="en-US" sz="2200" dirty="0"/>
              <a:t> lama </a:t>
            </a:r>
            <a:r>
              <a:rPr lang="en-US" sz="2200" dirty="0" err="1"/>
              <a:t>karena</a:t>
            </a:r>
            <a:r>
              <a:rPr lang="en-US" sz="2200" dirty="0"/>
              <a:t> </a:t>
            </a:r>
            <a:r>
              <a:rPr lang="en-US" sz="2200" dirty="0" err="1"/>
              <a:t>jika</a:t>
            </a:r>
            <a:r>
              <a:rPr lang="en-US" sz="2200" dirty="0"/>
              <a:t> </a:t>
            </a:r>
            <a:r>
              <a:rPr lang="en-US" sz="2200" dirty="0" err="1"/>
              <a:t>observasi</a:t>
            </a:r>
            <a:r>
              <a:rPr lang="en-US" sz="2200" dirty="0"/>
              <a:t> </a:t>
            </a:r>
            <a:r>
              <a:rPr lang="en-US" sz="2200" dirty="0" err="1"/>
              <a:t>waktunya</a:t>
            </a:r>
            <a:r>
              <a:rPr lang="en-US" sz="2200" dirty="0"/>
              <a:t> </a:t>
            </a:r>
            <a:r>
              <a:rPr lang="en-US" sz="2200" dirty="0" err="1"/>
              <a:t>sangat</a:t>
            </a:r>
            <a:r>
              <a:rPr lang="en-US" sz="2200" dirty="0"/>
              <a:t> </a:t>
            </a:r>
            <a:r>
              <a:rPr lang="en-US" sz="2200" dirty="0" err="1"/>
              <a:t>terbatas</a:t>
            </a:r>
            <a:r>
              <a:rPr lang="en-US" sz="2200" dirty="0"/>
              <a:t> </a:t>
            </a:r>
            <a:r>
              <a:rPr lang="en-US" sz="2200" dirty="0" err="1"/>
              <a:t>maka</a:t>
            </a:r>
            <a:r>
              <a:rPr lang="en-US" sz="2200" dirty="0"/>
              <a:t> </a:t>
            </a:r>
            <a:r>
              <a:rPr lang="en-US" sz="2200" dirty="0" err="1"/>
              <a:t>gambaran</a:t>
            </a:r>
            <a:r>
              <a:rPr lang="en-US" sz="2200" dirty="0"/>
              <a:t> system </a:t>
            </a:r>
            <a:r>
              <a:rPr lang="en-US" sz="2200" dirty="0" err="1"/>
              <a:t>secara</a:t>
            </a:r>
            <a:r>
              <a:rPr lang="en-US" sz="2200" dirty="0"/>
              <a:t> </a:t>
            </a:r>
            <a:r>
              <a:rPr lang="en-US" sz="2200" dirty="0" err="1"/>
              <a:t>keseluruhan</a:t>
            </a:r>
            <a:r>
              <a:rPr lang="en-US" sz="2200" dirty="0"/>
              <a:t> </a:t>
            </a:r>
            <a:r>
              <a:rPr lang="en-US" sz="2200" dirty="0" err="1"/>
              <a:t>akan</a:t>
            </a:r>
            <a:r>
              <a:rPr lang="en-US" sz="2200" dirty="0"/>
              <a:t> suit </a:t>
            </a:r>
            <a:r>
              <a:rPr lang="en-US" sz="2200" dirty="0" err="1"/>
              <a:t>untuk</a:t>
            </a:r>
            <a:r>
              <a:rPr lang="en-US" sz="2200" dirty="0"/>
              <a:t> </a:t>
            </a:r>
            <a:r>
              <a:rPr lang="en-US" sz="2200" dirty="0" err="1"/>
              <a:t>diperoleh</a:t>
            </a:r>
            <a:r>
              <a:rPr lang="en-US" sz="2200" dirty="0"/>
              <a:t>.</a:t>
            </a:r>
          </a:p>
          <a:p>
            <a:pPr lvl="0"/>
            <a:r>
              <a:rPr lang="en-US" sz="2200" dirty="0"/>
              <a:t>Orang2 yang </a:t>
            </a:r>
            <a:r>
              <a:rPr lang="en-US" sz="2200" dirty="0" err="1"/>
              <a:t>sedang</a:t>
            </a:r>
            <a:r>
              <a:rPr lang="en-US" sz="2200" dirty="0"/>
              <a:t> </a:t>
            </a:r>
            <a:r>
              <a:rPr lang="en-US" sz="2200" dirty="0" err="1"/>
              <a:t>diamati</a:t>
            </a:r>
            <a:r>
              <a:rPr lang="en-US" sz="2200" dirty="0"/>
              <a:t> </a:t>
            </a:r>
            <a:r>
              <a:rPr lang="en-US" sz="2200" dirty="0" err="1"/>
              <a:t>biasanya</a:t>
            </a:r>
            <a:r>
              <a:rPr lang="en-US" sz="2200" dirty="0"/>
              <a:t> </a:t>
            </a:r>
            <a:r>
              <a:rPr lang="en-US" sz="2200" dirty="0" err="1"/>
              <a:t>perilakunya</a:t>
            </a:r>
            <a:r>
              <a:rPr lang="en-US" sz="2200" dirty="0"/>
              <a:t> </a:t>
            </a:r>
            <a:r>
              <a:rPr lang="en-US" sz="2200" dirty="0" err="1"/>
              <a:t>akan</a:t>
            </a:r>
            <a:r>
              <a:rPr lang="en-US" sz="2200" dirty="0"/>
              <a:t> </a:t>
            </a:r>
            <a:r>
              <a:rPr lang="en-US" sz="2200" dirty="0" err="1"/>
              <a:t>berbeda</a:t>
            </a:r>
            <a:r>
              <a:rPr lang="en-US" sz="2200" dirty="0"/>
              <a:t> </a:t>
            </a:r>
            <a:r>
              <a:rPr lang="en-US" sz="2200" dirty="0" err="1"/>
              <a:t>dengan</a:t>
            </a:r>
            <a:r>
              <a:rPr lang="en-US" sz="2200" dirty="0"/>
              <a:t> </a:t>
            </a:r>
            <a:r>
              <a:rPr lang="en-US" sz="2200" dirty="0" err="1"/>
              <a:t>perilaku</a:t>
            </a:r>
            <a:r>
              <a:rPr lang="en-US" sz="2200" dirty="0"/>
              <a:t> sehari2 (</a:t>
            </a:r>
            <a:r>
              <a:rPr lang="en-US" sz="2200" dirty="0" err="1"/>
              <a:t>cenderung</a:t>
            </a:r>
            <a:r>
              <a:rPr lang="en-US" sz="2200" dirty="0"/>
              <a:t> </a:t>
            </a:r>
            <a:r>
              <a:rPr lang="en-US" sz="2200" dirty="0" err="1"/>
              <a:t>berusaha</a:t>
            </a:r>
            <a:r>
              <a:rPr lang="en-US" sz="2200" dirty="0"/>
              <a:t> </a:t>
            </a:r>
            <a:r>
              <a:rPr lang="en-US" sz="2200" dirty="0" err="1"/>
              <a:t>terlihat</a:t>
            </a:r>
            <a:r>
              <a:rPr lang="en-US" sz="2200" dirty="0"/>
              <a:t> </a:t>
            </a:r>
            <a:r>
              <a:rPr lang="en-US" sz="2200" dirty="0" err="1"/>
              <a:t>baik</a:t>
            </a:r>
            <a:r>
              <a:rPr lang="en-US" sz="2200" dirty="0"/>
              <a:t>). Hal </a:t>
            </a:r>
            <a:r>
              <a:rPr lang="en-US" sz="2200" dirty="0" err="1"/>
              <a:t>ini</a:t>
            </a:r>
            <a:r>
              <a:rPr lang="en-US" sz="2200" dirty="0"/>
              <a:t> </a:t>
            </a:r>
            <a:r>
              <a:rPr lang="en-US" sz="2200" dirty="0" err="1"/>
              <a:t>akan</a:t>
            </a:r>
            <a:r>
              <a:rPr lang="en-US" sz="2200" dirty="0"/>
              <a:t> </a:t>
            </a:r>
            <a:r>
              <a:rPr lang="en-US" sz="2200" dirty="0" err="1"/>
              <a:t>menyebabkan</a:t>
            </a:r>
            <a:r>
              <a:rPr lang="en-US" sz="2200" dirty="0"/>
              <a:t> </a:t>
            </a:r>
            <a:r>
              <a:rPr lang="en-US" sz="2200" dirty="0" err="1"/>
              <a:t>gambaran</a:t>
            </a:r>
            <a:r>
              <a:rPr lang="en-US" sz="2200" dirty="0"/>
              <a:t> yang </a:t>
            </a:r>
            <a:r>
              <a:rPr lang="en-US" sz="2200" dirty="0" err="1"/>
              <a:t>diperoleh</a:t>
            </a:r>
            <a:r>
              <a:rPr lang="en-US" sz="2200" dirty="0"/>
              <a:t> </a:t>
            </a:r>
            <a:r>
              <a:rPr lang="en-US" sz="2200" dirty="0" err="1"/>
              <a:t>selama</a:t>
            </a:r>
            <a:r>
              <a:rPr lang="en-US" sz="2200" dirty="0"/>
              <a:t> </a:t>
            </a:r>
            <a:r>
              <a:rPr lang="en-US" sz="2200" dirty="0" err="1"/>
              <a:t>observasi</a:t>
            </a:r>
            <a:r>
              <a:rPr lang="en-US" sz="2200" dirty="0"/>
              <a:t> </a:t>
            </a:r>
            <a:r>
              <a:rPr lang="en-US" sz="2200" dirty="0" err="1"/>
              <a:t>akan</a:t>
            </a:r>
            <a:r>
              <a:rPr lang="en-US" sz="2200" dirty="0"/>
              <a:t> </a:t>
            </a:r>
            <a:r>
              <a:rPr lang="en-US" sz="2200" dirty="0" err="1"/>
              <a:t>berbeda</a:t>
            </a:r>
            <a:r>
              <a:rPr lang="en-US" sz="2200" dirty="0"/>
              <a:t> </a:t>
            </a:r>
            <a:r>
              <a:rPr lang="en-US" sz="2200" dirty="0" err="1"/>
              <a:t>dengan</a:t>
            </a:r>
            <a:r>
              <a:rPr lang="en-US" sz="2200" dirty="0"/>
              <a:t> </a:t>
            </a:r>
            <a:r>
              <a:rPr lang="en-US" sz="2200" dirty="0" err="1"/>
              <a:t>perilaku</a:t>
            </a:r>
            <a:r>
              <a:rPr lang="en-US" sz="2200" dirty="0"/>
              <a:t> sehari2.</a:t>
            </a:r>
          </a:p>
          <a:p>
            <a:pPr lvl="0"/>
            <a:r>
              <a:rPr lang="en-US" sz="2200" dirty="0" err="1"/>
              <a:t>Dapat</a:t>
            </a:r>
            <a:r>
              <a:rPr lang="en-US" sz="2200" dirty="0"/>
              <a:t> </a:t>
            </a:r>
            <a:r>
              <a:rPr lang="en-US" sz="2200" dirty="0" err="1"/>
              <a:t>mengganggu</a:t>
            </a:r>
            <a:r>
              <a:rPr lang="en-US" sz="2200" dirty="0"/>
              <a:t> </a:t>
            </a:r>
            <a:r>
              <a:rPr lang="en-US" sz="2200" dirty="0" err="1"/>
              <a:t>pekerjaan</a:t>
            </a:r>
            <a:r>
              <a:rPr lang="en-US" sz="2200" dirty="0"/>
              <a:t> orang2 </a:t>
            </a:r>
            <a:r>
              <a:rPr lang="en-US" sz="2200" dirty="0" err="1"/>
              <a:t>pada</a:t>
            </a:r>
            <a:r>
              <a:rPr lang="en-US" sz="2200" dirty="0"/>
              <a:t> </a:t>
            </a:r>
            <a:r>
              <a:rPr lang="en-US" sz="2200" dirty="0" err="1"/>
              <a:t>bagian</a:t>
            </a:r>
            <a:r>
              <a:rPr lang="en-US" sz="2200" dirty="0"/>
              <a:t> yang </a:t>
            </a:r>
            <a:r>
              <a:rPr lang="en-US" sz="2200" dirty="0" err="1"/>
              <a:t>sedang</a:t>
            </a:r>
            <a:r>
              <a:rPr lang="en-US" sz="2200" dirty="0"/>
              <a:t> </a:t>
            </a:r>
            <a:r>
              <a:rPr lang="en-US" sz="2200" dirty="0" err="1"/>
              <a:t>diamati</a:t>
            </a:r>
            <a:r>
              <a:rPr lang="en-US" sz="2200" dirty="0"/>
              <a:t>.</a:t>
            </a:r>
          </a:p>
        </p:txBody>
      </p:sp>
      <p:sp>
        <p:nvSpPr>
          <p:cNvPr id="4" name="Slide Number Placeholder 3"/>
          <p:cNvSpPr>
            <a:spLocks noGrp="1"/>
          </p:cNvSpPr>
          <p:nvPr>
            <p:ph type="sldNum" sz="quarter" idx="4"/>
          </p:nvPr>
        </p:nvSpPr>
        <p:spPr>
          <a:xfrm>
            <a:off x="8744844" y="6356350"/>
            <a:ext cx="3276600" cy="365125"/>
          </a:xfrm>
        </p:spPr>
        <p:txBody>
          <a:bodyPr/>
          <a:lstStyle/>
          <a:p>
            <a:fld id="{10E4A4DB-036F-4816-A98C-42C4167E83C5}" type="slidenum">
              <a:rPr lang="en-US" sz="2400" b="1" smtClean="0">
                <a:solidFill>
                  <a:srgbClr val="FF0000"/>
                </a:solidFill>
              </a:rPr>
              <a:pPr/>
              <a:t>16</a:t>
            </a:fld>
            <a:endParaRPr lang="en-US" sz="2400" b="1" dirty="0">
              <a:solidFill>
                <a:srgbClr val="FF0000"/>
              </a:solidFill>
            </a:endParaRPr>
          </a:p>
        </p:txBody>
      </p:sp>
    </p:spTree>
    <p:extLst>
      <p:ext uri="{BB962C8B-B14F-4D97-AF65-F5344CB8AC3E}">
        <p14:creationId xmlns:p14="http://schemas.microsoft.com/office/powerpoint/2010/main" val="2913323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Teknik</a:t>
            </a:r>
            <a:r>
              <a:rPr lang="en-US" dirty="0"/>
              <a:t> </a:t>
            </a:r>
            <a:r>
              <a:rPr lang="en-US" dirty="0" err="1"/>
              <a:t>Observasi</a:t>
            </a:r>
            <a:r>
              <a:rPr lang="en-US" dirty="0"/>
              <a:t> (Cont..)</a:t>
            </a:r>
          </a:p>
        </p:txBody>
      </p:sp>
      <p:sp>
        <p:nvSpPr>
          <p:cNvPr id="3" name="Content Placeholder 2"/>
          <p:cNvSpPr>
            <a:spLocks noGrp="1"/>
          </p:cNvSpPr>
          <p:nvPr>
            <p:ph idx="1"/>
          </p:nvPr>
        </p:nvSpPr>
        <p:spPr/>
        <p:txBody>
          <a:bodyPr>
            <a:normAutofit/>
          </a:bodyPr>
          <a:lstStyle/>
          <a:p>
            <a:pPr marL="0" indent="0">
              <a:buNone/>
            </a:pPr>
            <a:r>
              <a:rPr lang="en-US" dirty="0" err="1"/>
              <a:t>Berikut</a:t>
            </a:r>
            <a:r>
              <a:rPr lang="en-US" dirty="0"/>
              <a:t> </a:t>
            </a:r>
            <a:r>
              <a:rPr lang="en-US" dirty="0" err="1"/>
              <a:t>ini</a:t>
            </a:r>
            <a:r>
              <a:rPr lang="en-US" dirty="0"/>
              <a:t> </a:t>
            </a:r>
            <a:r>
              <a:rPr lang="en-US" dirty="0" err="1"/>
              <a:t>adalah</a:t>
            </a:r>
            <a:r>
              <a:rPr lang="en-US" dirty="0"/>
              <a:t> </a:t>
            </a:r>
            <a:r>
              <a:rPr lang="en-US" dirty="0" err="1"/>
              <a:t>beberapa</a:t>
            </a:r>
            <a:r>
              <a:rPr lang="en-US" dirty="0"/>
              <a:t> </a:t>
            </a:r>
            <a:r>
              <a:rPr lang="en-US" b="1" dirty="0" err="1"/>
              <a:t>petunjuk</a:t>
            </a:r>
            <a:r>
              <a:rPr lang="en-US" dirty="0"/>
              <a:t> </a:t>
            </a:r>
            <a:r>
              <a:rPr lang="en-US" dirty="0" err="1"/>
              <a:t>untuk</a:t>
            </a:r>
            <a:r>
              <a:rPr lang="en-US" dirty="0"/>
              <a:t> </a:t>
            </a:r>
            <a:r>
              <a:rPr lang="en-US" dirty="0" err="1"/>
              <a:t>melakukan</a:t>
            </a:r>
            <a:r>
              <a:rPr lang="en-US" dirty="0"/>
              <a:t> </a:t>
            </a:r>
            <a:r>
              <a:rPr lang="en-US" dirty="0" err="1"/>
              <a:t>observasi</a:t>
            </a:r>
            <a:r>
              <a:rPr lang="en-US" dirty="0"/>
              <a:t>.</a:t>
            </a:r>
          </a:p>
          <a:p>
            <a:pPr lvl="0"/>
            <a:r>
              <a:rPr lang="en-US" dirty="0" err="1"/>
              <a:t>Tentukan</a:t>
            </a:r>
            <a:r>
              <a:rPr lang="en-US" dirty="0"/>
              <a:t> </a:t>
            </a:r>
            <a:r>
              <a:rPr lang="en-US" dirty="0" err="1"/>
              <a:t>hal-hal</a:t>
            </a:r>
            <a:r>
              <a:rPr lang="en-US" dirty="0"/>
              <a:t> </a:t>
            </a:r>
            <a:r>
              <a:rPr lang="en-US" dirty="0" err="1"/>
              <a:t>apa</a:t>
            </a:r>
            <a:r>
              <a:rPr lang="en-US" dirty="0"/>
              <a:t> </a:t>
            </a:r>
            <a:r>
              <a:rPr lang="en-US" dirty="0" err="1"/>
              <a:t>saja</a:t>
            </a:r>
            <a:r>
              <a:rPr lang="en-US" dirty="0"/>
              <a:t> yang </a:t>
            </a:r>
            <a:r>
              <a:rPr lang="en-US" dirty="0" err="1"/>
              <a:t>akan</a:t>
            </a:r>
            <a:r>
              <a:rPr lang="en-US" dirty="0"/>
              <a:t> </a:t>
            </a:r>
            <a:r>
              <a:rPr lang="en-US" dirty="0" err="1"/>
              <a:t>diobservasi</a:t>
            </a:r>
            <a:r>
              <a:rPr lang="en-US" dirty="0"/>
              <a:t> agar </a:t>
            </a:r>
            <a:r>
              <a:rPr lang="en-US" dirty="0" err="1"/>
              <a:t>kegiatan</a:t>
            </a:r>
            <a:r>
              <a:rPr lang="en-US" dirty="0"/>
              <a:t> </a:t>
            </a:r>
            <a:r>
              <a:rPr lang="en-US" dirty="0" err="1"/>
              <a:t>observasi</a:t>
            </a:r>
            <a:r>
              <a:rPr lang="en-US" dirty="0"/>
              <a:t> </a:t>
            </a:r>
            <a:r>
              <a:rPr lang="en-US" dirty="0" err="1"/>
              <a:t>menghasilkan</a:t>
            </a:r>
            <a:r>
              <a:rPr lang="en-US" dirty="0"/>
              <a:t> </a:t>
            </a:r>
            <a:r>
              <a:rPr lang="en-US" dirty="0" err="1"/>
              <a:t>sesuai</a:t>
            </a:r>
            <a:r>
              <a:rPr lang="en-US" dirty="0"/>
              <a:t> </a:t>
            </a:r>
            <a:r>
              <a:rPr lang="en-US" dirty="0" err="1"/>
              <a:t>dengan</a:t>
            </a:r>
            <a:r>
              <a:rPr lang="en-US" dirty="0"/>
              <a:t> yang </a:t>
            </a:r>
            <a:r>
              <a:rPr lang="en-US" dirty="0" err="1"/>
              <a:t>diharapkan</a:t>
            </a:r>
            <a:r>
              <a:rPr lang="en-US" dirty="0"/>
              <a:t>.</a:t>
            </a:r>
          </a:p>
          <a:p>
            <a:pPr lvl="0"/>
            <a:r>
              <a:rPr lang="en-US" dirty="0" err="1"/>
              <a:t>Mintalah</a:t>
            </a:r>
            <a:r>
              <a:rPr lang="en-US" dirty="0"/>
              <a:t> </a:t>
            </a:r>
            <a:r>
              <a:rPr lang="en-US" dirty="0" err="1"/>
              <a:t>ijin</a:t>
            </a:r>
            <a:r>
              <a:rPr lang="en-US" dirty="0"/>
              <a:t> </a:t>
            </a:r>
            <a:r>
              <a:rPr lang="en-US" dirty="0" err="1"/>
              <a:t>kepada</a:t>
            </a:r>
            <a:r>
              <a:rPr lang="en-US" dirty="0"/>
              <a:t> orang yang </a:t>
            </a:r>
            <a:r>
              <a:rPr lang="en-US" dirty="0" err="1"/>
              <a:t>berwenang</a:t>
            </a:r>
            <a:r>
              <a:rPr lang="en-US" dirty="0"/>
              <a:t> </a:t>
            </a:r>
            <a:r>
              <a:rPr lang="en-US" dirty="0" err="1"/>
              <a:t>pada</a:t>
            </a:r>
            <a:r>
              <a:rPr lang="en-US" dirty="0"/>
              <a:t> </a:t>
            </a:r>
            <a:r>
              <a:rPr lang="en-US" dirty="0" err="1"/>
              <a:t>bagian</a:t>
            </a:r>
            <a:r>
              <a:rPr lang="en-US" dirty="0"/>
              <a:t> yang </a:t>
            </a:r>
            <a:r>
              <a:rPr lang="en-US" dirty="0" err="1"/>
              <a:t>akan</a:t>
            </a:r>
            <a:r>
              <a:rPr lang="en-US" dirty="0"/>
              <a:t> </a:t>
            </a:r>
            <a:r>
              <a:rPr lang="en-US" dirty="0" err="1"/>
              <a:t>diobservasi</a:t>
            </a:r>
            <a:r>
              <a:rPr lang="en-US" dirty="0"/>
              <a:t>.</a:t>
            </a:r>
          </a:p>
          <a:p>
            <a:pPr lvl="0"/>
            <a:r>
              <a:rPr lang="en-US" dirty="0" err="1"/>
              <a:t>Berusaha</a:t>
            </a:r>
            <a:r>
              <a:rPr lang="en-US" dirty="0"/>
              <a:t> </a:t>
            </a:r>
            <a:r>
              <a:rPr lang="en-US" dirty="0" err="1"/>
              <a:t>sesedikit</a:t>
            </a:r>
            <a:r>
              <a:rPr lang="en-US" dirty="0"/>
              <a:t> </a:t>
            </a:r>
            <a:r>
              <a:rPr lang="en-US" dirty="0" err="1"/>
              <a:t>mungkin</a:t>
            </a:r>
            <a:r>
              <a:rPr lang="en-US" dirty="0"/>
              <a:t> agar </a:t>
            </a:r>
            <a:r>
              <a:rPr lang="en-US" dirty="0" err="1"/>
              <a:t>tidak</a:t>
            </a:r>
            <a:r>
              <a:rPr lang="en-US" dirty="0"/>
              <a:t> </a:t>
            </a:r>
            <a:r>
              <a:rPr lang="en-US" dirty="0" err="1"/>
              <a:t>mengganggu</a:t>
            </a:r>
            <a:r>
              <a:rPr lang="en-US" dirty="0"/>
              <a:t> </a:t>
            </a:r>
            <a:r>
              <a:rPr lang="en-US" dirty="0" err="1"/>
              <a:t>pekerjaan</a:t>
            </a:r>
            <a:r>
              <a:rPr lang="en-US" dirty="0"/>
              <a:t> orang lain.</a:t>
            </a:r>
          </a:p>
          <a:p>
            <a:pPr lvl="0"/>
            <a:r>
              <a:rPr lang="en-US" dirty="0" err="1"/>
              <a:t>Jika</a:t>
            </a:r>
            <a:r>
              <a:rPr lang="en-US" dirty="0"/>
              <a:t> </a:t>
            </a:r>
            <a:r>
              <a:rPr lang="en-US" dirty="0" err="1"/>
              <a:t>ada</a:t>
            </a:r>
            <a:r>
              <a:rPr lang="en-US" dirty="0"/>
              <a:t> </a:t>
            </a:r>
            <a:r>
              <a:rPr lang="en-US" dirty="0" err="1"/>
              <a:t>yg</a:t>
            </a:r>
            <a:r>
              <a:rPr lang="en-US" dirty="0"/>
              <a:t> </a:t>
            </a:r>
            <a:r>
              <a:rPr lang="en-US" dirty="0" err="1"/>
              <a:t>anda</a:t>
            </a:r>
            <a:r>
              <a:rPr lang="en-US" dirty="0"/>
              <a:t> </a:t>
            </a:r>
            <a:r>
              <a:rPr lang="en-US" dirty="0" err="1"/>
              <a:t>tidak</a:t>
            </a:r>
            <a:r>
              <a:rPr lang="en-US" dirty="0"/>
              <a:t> </a:t>
            </a:r>
            <a:r>
              <a:rPr lang="en-US" dirty="0" err="1"/>
              <a:t>mengerti</a:t>
            </a:r>
            <a:r>
              <a:rPr lang="en-US" dirty="0"/>
              <a:t>, </a:t>
            </a:r>
            <a:r>
              <a:rPr lang="en-US" dirty="0" err="1"/>
              <a:t>cobalah</a:t>
            </a:r>
            <a:r>
              <a:rPr lang="en-US" dirty="0"/>
              <a:t> </a:t>
            </a:r>
            <a:r>
              <a:rPr lang="en-US" dirty="0" err="1"/>
              <a:t>bertanya</a:t>
            </a:r>
            <a:r>
              <a:rPr lang="en-US" dirty="0"/>
              <a:t>. </a:t>
            </a:r>
            <a:r>
              <a:rPr lang="en-US" dirty="0" err="1"/>
              <a:t>Jangan</a:t>
            </a:r>
            <a:r>
              <a:rPr lang="en-US" dirty="0"/>
              <a:t> </a:t>
            </a:r>
            <a:r>
              <a:rPr lang="en-US" dirty="0" err="1"/>
              <a:t>membuat</a:t>
            </a:r>
            <a:r>
              <a:rPr lang="en-US" dirty="0"/>
              <a:t> </a:t>
            </a:r>
            <a:r>
              <a:rPr lang="en-US" dirty="0" err="1"/>
              <a:t>asusmsi</a:t>
            </a:r>
            <a:r>
              <a:rPr lang="en-US" dirty="0"/>
              <a:t> </a:t>
            </a:r>
            <a:r>
              <a:rPr lang="en-US" dirty="0" err="1"/>
              <a:t>sendiri</a:t>
            </a:r>
            <a:r>
              <a:rPr lang="en-US" dirty="0"/>
              <a:t>.</a:t>
            </a:r>
          </a:p>
        </p:txBody>
      </p:sp>
      <p:sp>
        <p:nvSpPr>
          <p:cNvPr id="4" name="Slide Number Placeholder 3"/>
          <p:cNvSpPr>
            <a:spLocks noGrp="1"/>
          </p:cNvSpPr>
          <p:nvPr>
            <p:ph type="sldNum" sz="quarter" idx="4"/>
          </p:nvPr>
        </p:nvSpPr>
        <p:spPr>
          <a:xfrm>
            <a:off x="8744844" y="6356350"/>
            <a:ext cx="3276600" cy="365125"/>
          </a:xfrm>
        </p:spPr>
        <p:txBody>
          <a:bodyPr/>
          <a:lstStyle/>
          <a:p>
            <a:fld id="{10E4A4DB-036F-4816-A98C-42C4167E83C5}" type="slidenum">
              <a:rPr lang="en-US" sz="2400" b="1" smtClean="0">
                <a:solidFill>
                  <a:srgbClr val="FF0000"/>
                </a:solidFill>
              </a:rPr>
              <a:pPr/>
              <a:t>17</a:t>
            </a:fld>
            <a:endParaRPr lang="en-US" sz="2400" b="1" dirty="0">
              <a:solidFill>
                <a:srgbClr val="FF0000"/>
              </a:solidFill>
            </a:endParaRPr>
          </a:p>
        </p:txBody>
      </p:sp>
    </p:spTree>
    <p:extLst>
      <p:ext uri="{BB962C8B-B14F-4D97-AF65-F5344CB8AC3E}">
        <p14:creationId xmlns:p14="http://schemas.microsoft.com/office/powerpoint/2010/main" val="367591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6610" y="3228704"/>
            <a:ext cx="11585389" cy="634563"/>
          </a:xfrm>
        </p:spPr>
        <p:txBody>
          <a:bodyPr>
            <a:noAutofit/>
          </a:bodyPr>
          <a:lstStyle/>
          <a:p>
            <a:pPr algn="ctr"/>
            <a:r>
              <a:rPr lang="en-ID" sz="5400" b="0" dirty="0" err="1">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Terimakasih</a:t>
            </a:r>
            <a:r>
              <a:rPr lang="en-ID" sz="5400" b="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t>
            </a:r>
            <a:endParaRPr lang="id-ID" sz="5400" b="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5" name="Slide Number Placeholder 4"/>
          <p:cNvSpPr>
            <a:spLocks noGrp="1"/>
          </p:cNvSpPr>
          <p:nvPr>
            <p:ph type="sldNum" sz="quarter" idx="4"/>
          </p:nvPr>
        </p:nvSpPr>
        <p:spPr/>
        <p:txBody>
          <a:bodyPr vert="horz" lIns="91440" tIns="45720" rIns="91440" bIns="45720" rtlCol="0" anchor="ctr"/>
          <a:lstStyle/>
          <a:p>
            <a:fld id="{10E4A4DB-036F-4816-A98C-42C4167E83C5}" type="slidenum">
              <a:rPr lang="en-US" sz="1600">
                <a:solidFill>
                  <a:schemeClr val="bg1">
                    <a:lumMod val="75000"/>
                  </a:schemeClr>
                </a:solidFill>
              </a:rPr>
              <a:pPr/>
              <a:t>18</a:t>
            </a:fld>
            <a:endParaRPr lang="en-US" sz="1600">
              <a:solidFill>
                <a:schemeClr val="bg1">
                  <a:lumMod val="75000"/>
                </a:schemeClr>
              </a:solidFill>
            </a:endParaRPr>
          </a:p>
        </p:txBody>
      </p:sp>
    </p:spTree>
    <p:extLst>
      <p:ext uri="{BB962C8B-B14F-4D97-AF65-F5344CB8AC3E}">
        <p14:creationId xmlns:p14="http://schemas.microsoft.com/office/powerpoint/2010/main" val="253520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8e8cb4bfcc71408835458d81e4acd2756fca537"/>
</p:tagLst>
</file>

<file path=ppt/theme/theme1.xml><?xml version="1.0" encoding="utf-8"?>
<a:theme xmlns:a="http://schemas.openxmlformats.org/drawingml/2006/main" name="Presentation level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1">
          <a:schemeClr val="accent3"/>
        </a:lnRef>
        <a:fillRef idx="2">
          <a:schemeClr val="accent3"/>
        </a:fillRef>
        <a:effectRef idx="1">
          <a:schemeClr val="accent3"/>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tx2">
              <a:lumMod val="20000"/>
              <a:lumOff val="80000"/>
            </a:schemeClr>
          </a:solidFill>
        </a:ln>
      </a:spPr>
      <a:bodyPr wrap="none" rtlCol="0">
        <a:spAutoFit/>
      </a:bodyPr>
      <a:lstStyle>
        <a:defPPr>
          <a:defRPr dirty="0" err="1" smtClean="0">
            <a:ln>
              <a:solidFill>
                <a:schemeClr val="accent1">
                  <a:lumMod val="20000"/>
                  <a:lumOff val="80000"/>
                </a:schemeClr>
              </a:solidFill>
            </a:ln>
          </a:defRPr>
        </a:defPPr>
      </a:lstStyle>
    </a:txDef>
  </a:objectDefaults>
  <a:extraClrSchemeLst/>
  <a:extLst>
    <a:ext uri="{05A4C25C-085E-4340-85A3-A5531E510DB2}">
      <thm15:themeFamily xmlns:thm15="http://schemas.microsoft.com/office/thememl/2012/main" name="Presentation level design" id="{00E2FDB5-77A3-416C-8232-A2B8AB0B9A01}" vid="{6E3E8A63-E899-4F92-AFE5-C80B3CCFC0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163AA760-FEA7-44E2-BB85-0893DB8CD7D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Presentation design slides (Level design)</Template>
  <TotalTime>0</TotalTime>
  <Words>900</Words>
  <Application>Microsoft Office PowerPoint</Application>
  <PresentationFormat>Layar Lebar</PresentationFormat>
  <Paragraphs>127</Paragraphs>
  <Slides>18</Slides>
  <Notes>13</Notes>
  <HiddenSlides>0</HiddenSlides>
  <MMClips>0</MMClips>
  <ScaleCrop>false</ScaleCrop>
  <HeadingPairs>
    <vt:vector size="6" baseType="variant">
      <vt:variant>
        <vt:lpstr>Font Dipakai</vt:lpstr>
      </vt:variant>
      <vt:variant>
        <vt:i4>3</vt:i4>
      </vt:variant>
      <vt:variant>
        <vt:lpstr>Tema</vt:lpstr>
      </vt:variant>
      <vt:variant>
        <vt:i4>1</vt:i4>
      </vt:variant>
      <vt:variant>
        <vt:lpstr>Judul Slide</vt:lpstr>
      </vt:variant>
      <vt:variant>
        <vt:i4>18</vt:i4>
      </vt:variant>
    </vt:vector>
  </HeadingPairs>
  <TitlesOfParts>
    <vt:vector size="22" baseType="lpstr">
      <vt:lpstr>Century Gothic</vt:lpstr>
      <vt:lpstr>Times New Roman</vt:lpstr>
      <vt:lpstr>Wingdings</vt:lpstr>
      <vt:lpstr>Presentation level design</vt:lpstr>
      <vt:lpstr>ANALISA DAN PERANCANGAN SISTEM</vt:lpstr>
      <vt:lpstr>Objektif</vt:lpstr>
      <vt:lpstr>Pengertian Analisa Sistem</vt:lpstr>
      <vt:lpstr>Presentasi PowerPoint</vt:lpstr>
      <vt:lpstr>Presentasi PowerPoint</vt:lpstr>
      <vt:lpstr>Proses Analisa Sistem</vt:lpstr>
      <vt:lpstr>Analisis Kebutuhan</vt:lpstr>
      <vt:lpstr>Teknik Penghimpunan Data</vt:lpstr>
      <vt:lpstr>1 Teknik Wawancara</vt:lpstr>
      <vt:lpstr>1 Teknik Wawancara (Cont..)</vt:lpstr>
      <vt:lpstr>1 Teknik Wawancara (Cont..)</vt:lpstr>
      <vt:lpstr>2 Teknik Kuesioner</vt:lpstr>
      <vt:lpstr>2 Teknik Kuesioner (Cont..)</vt:lpstr>
      <vt:lpstr>2 Teknik Kuesioner (Cont..)</vt:lpstr>
      <vt:lpstr>3 Teknik Observasi</vt:lpstr>
      <vt:lpstr>3 Teknik Observasi (Cont..)</vt:lpstr>
      <vt:lpstr>3 Teknik Observasi (Cont..)</vt:lpstr>
      <vt:lpstr>Terimakasih.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Rekayasa Perangkat Lunak</dc:title>
  <dc:creator/>
  <cp:keywords/>
  <cp:lastModifiedBy>Habib Abdul Ghani</cp:lastModifiedBy>
  <cp:revision>2</cp:revision>
  <dcterms:created xsi:type="dcterms:W3CDTF">2015-04-13T14:54:49Z</dcterms:created>
  <dcterms:modified xsi:type="dcterms:W3CDTF">2025-04-10T12:08:50Z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TC034605409991</vt:lpwstr>
  </property>
</Properties>
</file>