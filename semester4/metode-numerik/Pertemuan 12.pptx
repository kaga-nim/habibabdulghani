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6"/>
  </p:notesMasterIdLst>
  <p:sldIdLst>
    <p:sldId id="258" r:id="rId8"/>
    <p:sldId id="257" r:id="rId9"/>
    <p:sldId id="286" r:id="rId10"/>
    <p:sldId id="302" r:id="rId11"/>
    <p:sldId id="317" r:id="rId12"/>
    <p:sldId id="308" r:id="rId13"/>
    <p:sldId id="318" r:id="rId14"/>
    <p:sldId id="310" r:id="rId15"/>
    <p:sldId id="309" r:id="rId16"/>
    <p:sldId id="311" r:id="rId17"/>
    <p:sldId id="319" r:id="rId18"/>
    <p:sldId id="313" r:id="rId19"/>
    <p:sldId id="320" r:id="rId20"/>
    <p:sldId id="315" r:id="rId21"/>
    <p:sldId id="292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09/09/2021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12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AKAR-AKAR PERSAMAAN KARAKTERISTIK </a:t>
            </a:r>
          </a:p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 METODE REGULA FALSI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68544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Mampu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akar-akar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karakteristik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Regula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Falsi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5D17CA-7650-4E3C-B43C-2FEE0B10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04" y="2195608"/>
            <a:ext cx="13610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6DEA3C-1F7E-4108-AF1C-A25806F1BB8E}"/>
              </a:ext>
            </a:extLst>
          </p:cNvPr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REGULA FALSI (POSISI PALSU)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1772A-D4F6-4F09-BDC9-36938B841839}"/>
              </a:ext>
            </a:extLst>
          </p:cNvPr>
          <p:cNvSpPr/>
          <p:nvPr/>
        </p:nvSpPr>
        <p:spPr>
          <a:xfrm>
            <a:off x="10314039" y="3588774"/>
            <a:ext cx="639096" cy="3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D11AF6-D053-405F-9A95-C74C53CB9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64" y="2024719"/>
            <a:ext cx="97917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9D3550-20A6-4B7F-BE7B-15AECC9F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43" y="1295400"/>
            <a:ext cx="9763125" cy="42672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C332BF-44B2-4785-8A26-173AA682B7C1}"/>
              </a:ext>
            </a:extLst>
          </p:cNvPr>
          <p:cNvSpPr txBox="1">
            <a:spLocks/>
          </p:cNvSpPr>
          <p:nvPr/>
        </p:nvSpPr>
        <p:spPr>
          <a:xfrm>
            <a:off x="816055" y="619009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REGULA FALSI (POSISI PALSU)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0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6F08E1-BF58-4320-A391-DC271A91C2E0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ALGORITMA METODE REGULA FALSI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D283BBD-F958-4742-9F9E-DBB05995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7" y="3143496"/>
            <a:ext cx="5455917" cy="2564280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Text, letter&#10;&#10;Description automatically generated">
            <a:extLst>
              <a:ext uri="{FF2B5EF4-FFF2-40B4-BE49-F238E27FC236}">
                <a16:creationId xmlns:a16="http://schemas.microsoft.com/office/drawing/2014/main" id="{15A766EA-4C36-42A8-B266-8F1812E64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073" y="3313993"/>
            <a:ext cx="5455917" cy="222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0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6F08E1-BF58-4320-A391-DC271A91C2E0}"/>
              </a:ext>
            </a:extLst>
          </p:cNvPr>
          <p:cNvSpPr txBox="1">
            <a:spLocks/>
          </p:cNvSpPr>
          <p:nvPr/>
        </p:nvSpPr>
        <p:spPr>
          <a:xfrm>
            <a:off x="526073" y="489439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ALGORITMA METODE REGULA FALSI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5DB22BF-A27D-4C8F-98DB-D4B37A6DC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20388"/>
            <a:ext cx="11496821" cy="201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8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82346A-2FD9-400B-B54B-410F07E17AEE}"/>
              </a:ext>
            </a:extLst>
          </p:cNvPr>
          <p:cNvSpPr txBox="1">
            <a:spLocks/>
          </p:cNvSpPr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FLOWCHART METODE REGULA FALSI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E37044E-8A26-4DAF-A715-FE61E32B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049" y="492573"/>
            <a:ext cx="6047091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7A4653-F038-4CA3-992A-B6544C2AFB9C}"/>
              </a:ext>
            </a:extLst>
          </p:cNvPr>
          <p:cNvSpPr txBox="1">
            <a:spLocks/>
          </p:cNvSpPr>
          <p:nvPr/>
        </p:nvSpPr>
        <p:spPr>
          <a:xfrm>
            <a:off x="838200" y="171162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PENCARIAN AKAR PERSAMAAN DENGAN METODE REGULA FALSI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F1C61-568C-4213-AD87-8341CF80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745" y="243285"/>
            <a:ext cx="7786790" cy="59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2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685EA-37E3-464E-9675-5C85E6CD7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2452687"/>
            <a:ext cx="8020050" cy="19526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1086643" y="407848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9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B397D-20B1-486B-9925-AB2F16E61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70942"/>
          <a:stretch/>
        </p:blipFill>
        <p:spPr>
          <a:xfrm>
            <a:off x="407493" y="1973741"/>
            <a:ext cx="5291666" cy="1357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32826-15C2-4A39-9DC0-E740411A4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416"/>
          <a:stretch/>
        </p:blipFill>
        <p:spPr>
          <a:xfrm>
            <a:off x="6256865" y="1094052"/>
            <a:ext cx="5291667" cy="46698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1E8F8ED-66E0-4B58-947C-5CF9DDFDC4DB}"/>
              </a:ext>
            </a:extLst>
          </p:cNvPr>
          <p:cNvSpPr txBox="1">
            <a:spLocks/>
          </p:cNvSpPr>
          <p:nvPr/>
        </p:nvSpPr>
        <p:spPr>
          <a:xfrm>
            <a:off x="-1562741" y="570391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4D1F7-7647-449D-9A5A-5B9FDF263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05" y="4505872"/>
            <a:ext cx="66389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9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CA5913-DF98-4F30-911A-18387DCF1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376E5-A066-4C41-849C-6CA8D472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61265"/>
            <a:ext cx="5294716" cy="153546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133BE7B-08EA-441F-A16E-2269A5642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383294"/>
            <a:ext cx="5294715" cy="209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8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86D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D6F7A-FDB4-4A4A-BD76-8FB6DC5DF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818"/>
          <a:stretch/>
        </p:blipFill>
        <p:spPr>
          <a:xfrm>
            <a:off x="641180" y="2796319"/>
            <a:ext cx="5129784" cy="12794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86D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BF220-55BD-44FD-95C0-5C61F270F2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332"/>
          <a:stretch/>
        </p:blipFill>
        <p:spPr>
          <a:xfrm>
            <a:off x="6421034" y="1441209"/>
            <a:ext cx="5129784" cy="39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09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SOAL LATIHAN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A3D60F-513B-4F40-B537-DA96182829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934"/>
          <a:stretch/>
        </p:blipFill>
        <p:spPr>
          <a:xfrm>
            <a:off x="1282801" y="2118543"/>
            <a:ext cx="10223397" cy="545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9552CF-D596-4E41-8F2C-FE7CF00206C4}"/>
              </a:ext>
            </a:extLst>
          </p:cNvPr>
          <p:cNvSpPr txBox="1"/>
          <p:nvPr/>
        </p:nvSpPr>
        <p:spPr>
          <a:xfrm>
            <a:off x="1282801" y="265471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etode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 </a:t>
            </a:r>
            <a:r>
              <a:rPr lang="en-US" sz="2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Falsi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04B0D2-CF0A-4D98-8ADA-C0ED4CFDE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801" y="3936060"/>
            <a:ext cx="94011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66</Words>
  <Application>Microsoft Office PowerPoint</Application>
  <PresentationFormat>Widescreen</PresentationFormat>
  <Paragraphs>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28</cp:revision>
  <dcterms:created xsi:type="dcterms:W3CDTF">2021-08-16T10:58:02Z</dcterms:created>
  <dcterms:modified xsi:type="dcterms:W3CDTF">2021-09-09T02:00:07Z</dcterms:modified>
</cp:coreProperties>
</file>