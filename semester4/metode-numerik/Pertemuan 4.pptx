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93" r:id="rId6"/>
    <p:sldMasterId id="2147483689" r:id="rId7"/>
  </p:sldMasterIdLst>
  <p:notesMasterIdLst>
    <p:notesMasterId r:id="rId19"/>
  </p:notesMasterIdLst>
  <p:sldIdLst>
    <p:sldId id="258" r:id="rId8"/>
    <p:sldId id="257" r:id="rId9"/>
    <p:sldId id="286" r:id="rId10"/>
    <p:sldId id="289" r:id="rId11"/>
    <p:sldId id="274" r:id="rId12"/>
    <p:sldId id="287" r:id="rId13"/>
    <p:sldId id="290" r:id="rId14"/>
    <p:sldId id="275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596C9E-E712-4824-8882-AF2F1E58791D}" type="doc">
      <dgm:prSet loTypeId="urn:microsoft.com/office/officeart/2005/8/layout/default" loCatId="list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0C36429-2BE7-469A-B6BC-91D40D4C9077}">
      <dgm:prSet/>
      <dgm:spPr/>
      <dgm:t>
        <a:bodyPr/>
        <a:lstStyle/>
        <a:p>
          <a:r>
            <a:rPr lang="en-US" b="1" i="0" baseline="0" dirty="0" err="1"/>
            <a:t>Deret</a:t>
          </a:r>
          <a:r>
            <a:rPr lang="en-US" b="1" i="0" baseline="0" dirty="0"/>
            <a:t> Mac Laurin </a:t>
          </a:r>
          <a:r>
            <a:rPr lang="en-US" b="0" i="0" baseline="0" dirty="0" err="1"/>
            <a:t>merupakan</a:t>
          </a:r>
          <a:r>
            <a:rPr lang="en-US" b="0" i="0" baseline="0" dirty="0"/>
            <a:t> </a:t>
          </a:r>
          <a:r>
            <a:rPr lang="en-US" b="0" i="0" baseline="0" dirty="0" err="1"/>
            <a:t>kasus</a:t>
          </a:r>
          <a:r>
            <a:rPr lang="en-US" b="0" i="0" baseline="0" dirty="0"/>
            <a:t> </a:t>
          </a:r>
          <a:r>
            <a:rPr lang="en-US" b="0" i="0" baseline="0" dirty="0" err="1"/>
            <a:t>khusus</a:t>
          </a:r>
          <a:r>
            <a:rPr lang="en-US" b="0" i="0" baseline="0" dirty="0"/>
            <a:t> </a:t>
          </a:r>
          <a:r>
            <a:rPr lang="en-US" b="0" i="0" baseline="0" dirty="0" err="1"/>
            <a:t>drai</a:t>
          </a:r>
          <a:r>
            <a:rPr lang="en-US" b="0" i="0" baseline="0" dirty="0"/>
            <a:t> </a:t>
          </a:r>
          <a:r>
            <a:rPr lang="en-US" b="0" i="0" baseline="0" dirty="0" err="1"/>
            <a:t>deret</a:t>
          </a:r>
          <a:r>
            <a:rPr lang="en-US" b="0" i="0" baseline="0" dirty="0"/>
            <a:t> Taylor.</a:t>
          </a:r>
          <a:endParaRPr lang="en-US" dirty="0"/>
        </a:p>
      </dgm:t>
    </dgm:pt>
    <dgm:pt modelId="{5A78B2E4-F97C-447C-84D6-12F147A0C90D}" type="parTrans" cxnId="{DCE5AA7D-01DB-4695-A095-6E48EDFFBD7C}">
      <dgm:prSet/>
      <dgm:spPr/>
      <dgm:t>
        <a:bodyPr/>
        <a:lstStyle/>
        <a:p>
          <a:endParaRPr lang="en-US"/>
        </a:p>
      </dgm:t>
    </dgm:pt>
    <dgm:pt modelId="{82994386-3B87-4FB5-825E-2BEA5CD2B30E}" type="sibTrans" cxnId="{DCE5AA7D-01DB-4695-A095-6E48EDFFBD7C}">
      <dgm:prSet/>
      <dgm:spPr/>
      <dgm:t>
        <a:bodyPr/>
        <a:lstStyle/>
        <a:p>
          <a:endParaRPr lang="en-US"/>
        </a:p>
      </dgm:t>
    </dgm:pt>
    <dgm:pt modelId="{53E11946-CB25-4D38-89EE-513A4FA9E226}">
      <dgm:prSet/>
      <dgm:spPr/>
      <dgm:t>
        <a:bodyPr/>
        <a:lstStyle/>
        <a:p>
          <a:r>
            <a:rPr lang="en-US"/>
            <a:t>Jika  pada deret Taylor x0 = 0 maka disebut dengan Deret </a:t>
          </a:r>
          <a:r>
            <a:rPr lang="en-US" b="0" i="0" baseline="0"/>
            <a:t>Mac Laurin.</a:t>
          </a:r>
          <a:endParaRPr lang="en-US"/>
        </a:p>
      </dgm:t>
    </dgm:pt>
    <dgm:pt modelId="{EB6B785A-DAF3-4D20-80DF-1286A093958C}" type="parTrans" cxnId="{E3F7D2B4-B983-4B80-A9AE-D5F13EC5618B}">
      <dgm:prSet/>
      <dgm:spPr/>
      <dgm:t>
        <a:bodyPr/>
        <a:lstStyle/>
        <a:p>
          <a:endParaRPr lang="en-US"/>
        </a:p>
      </dgm:t>
    </dgm:pt>
    <dgm:pt modelId="{BDD20FB1-05A4-4C21-86DA-C1F8E32EEBF8}" type="sibTrans" cxnId="{E3F7D2B4-B983-4B80-A9AE-D5F13EC5618B}">
      <dgm:prSet/>
      <dgm:spPr/>
      <dgm:t>
        <a:bodyPr/>
        <a:lstStyle/>
        <a:p>
          <a:endParaRPr lang="en-US"/>
        </a:p>
      </dgm:t>
    </dgm:pt>
    <dgm:pt modelId="{01A21BDF-BACC-4DB4-85F1-325B5E7E7F21}">
      <dgm:prSet/>
      <dgm:spPr/>
      <dgm:t>
        <a:bodyPr/>
        <a:lstStyle/>
        <a:p>
          <a:r>
            <a:rPr lang="en-US" dirty="0" err="1"/>
            <a:t>Deret</a:t>
          </a:r>
          <a:r>
            <a:rPr lang="en-US" dirty="0"/>
            <a:t> Maclaurin </a:t>
          </a:r>
          <a:r>
            <a:rPr lang="en-US" dirty="0" err="1"/>
            <a:t>sering</a:t>
          </a:r>
          <a:r>
            <a:rPr lang="en-US" dirty="0"/>
            <a:t> </a:t>
          </a:r>
          <a:r>
            <a:rPr lang="en-US" dirty="0" err="1"/>
            <a:t>disbeut</a:t>
          </a:r>
          <a:r>
            <a:rPr lang="en-US" dirty="0"/>
            <a:t> juga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deret</a:t>
          </a:r>
          <a:r>
            <a:rPr lang="en-US" dirty="0"/>
            <a:t> Taylor </a:t>
          </a:r>
          <a:r>
            <a:rPr lang="en-US" dirty="0" err="1"/>
            <a:t>baku</a:t>
          </a:r>
          <a:r>
            <a:rPr lang="en-US" dirty="0"/>
            <a:t>. </a:t>
          </a:r>
          <a:r>
            <a:rPr lang="en-US" b="0" i="0" baseline="0" dirty="0"/>
            <a:t>	</a:t>
          </a:r>
          <a:endParaRPr lang="en-US" dirty="0"/>
        </a:p>
      </dgm:t>
    </dgm:pt>
    <dgm:pt modelId="{4F25A8FC-500E-4A63-A9EB-E038895193B1}" type="parTrans" cxnId="{28054453-9981-4848-A138-A994E0AC09A7}">
      <dgm:prSet/>
      <dgm:spPr/>
      <dgm:t>
        <a:bodyPr/>
        <a:lstStyle/>
        <a:p>
          <a:endParaRPr lang="en-US"/>
        </a:p>
      </dgm:t>
    </dgm:pt>
    <dgm:pt modelId="{5036C152-B7CC-455D-96B9-4DE7B4B5A5BF}" type="sibTrans" cxnId="{28054453-9981-4848-A138-A994E0AC09A7}">
      <dgm:prSet/>
      <dgm:spPr/>
      <dgm:t>
        <a:bodyPr/>
        <a:lstStyle/>
        <a:p>
          <a:endParaRPr lang="en-US"/>
        </a:p>
      </dgm:t>
    </dgm:pt>
    <dgm:pt modelId="{914CAF3E-01EE-42C0-89A4-1D5D49593398}" type="pres">
      <dgm:prSet presAssocID="{68596C9E-E712-4824-8882-AF2F1E58791D}" presName="diagram" presStyleCnt="0">
        <dgm:presLayoutVars>
          <dgm:dir/>
          <dgm:resizeHandles val="exact"/>
        </dgm:presLayoutVars>
      </dgm:prSet>
      <dgm:spPr/>
    </dgm:pt>
    <dgm:pt modelId="{D68FEB7A-1948-4388-B421-86D807FC37ED}" type="pres">
      <dgm:prSet presAssocID="{E0C36429-2BE7-469A-B6BC-91D40D4C9077}" presName="node" presStyleLbl="node1" presStyleIdx="0" presStyleCnt="3">
        <dgm:presLayoutVars>
          <dgm:bulletEnabled val="1"/>
        </dgm:presLayoutVars>
      </dgm:prSet>
      <dgm:spPr/>
    </dgm:pt>
    <dgm:pt modelId="{D5932836-8769-46AB-86EE-A3752DD2AF19}" type="pres">
      <dgm:prSet presAssocID="{82994386-3B87-4FB5-825E-2BEA5CD2B30E}" presName="sibTrans" presStyleCnt="0"/>
      <dgm:spPr/>
    </dgm:pt>
    <dgm:pt modelId="{5D2D6708-02D4-48B4-ABEB-8BF2701901DC}" type="pres">
      <dgm:prSet presAssocID="{53E11946-CB25-4D38-89EE-513A4FA9E226}" presName="node" presStyleLbl="node1" presStyleIdx="1" presStyleCnt="3">
        <dgm:presLayoutVars>
          <dgm:bulletEnabled val="1"/>
        </dgm:presLayoutVars>
      </dgm:prSet>
      <dgm:spPr/>
    </dgm:pt>
    <dgm:pt modelId="{C64C89FB-13B1-4DF9-93BA-845EEA42389C}" type="pres">
      <dgm:prSet presAssocID="{BDD20FB1-05A4-4C21-86DA-C1F8E32EEBF8}" presName="sibTrans" presStyleCnt="0"/>
      <dgm:spPr/>
    </dgm:pt>
    <dgm:pt modelId="{4C5F7089-7EF5-4EBD-B2B8-8F3B571D964E}" type="pres">
      <dgm:prSet presAssocID="{01A21BDF-BACC-4DB4-85F1-325B5E7E7F21}" presName="node" presStyleLbl="node1" presStyleIdx="2" presStyleCnt="3">
        <dgm:presLayoutVars>
          <dgm:bulletEnabled val="1"/>
        </dgm:presLayoutVars>
      </dgm:prSet>
      <dgm:spPr/>
    </dgm:pt>
  </dgm:ptLst>
  <dgm:cxnLst>
    <dgm:cxn modelId="{409CF303-5192-4015-BA09-FA1A0EFA22F1}" type="presOf" srcId="{E0C36429-2BE7-469A-B6BC-91D40D4C9077}" destId="{D68FEB7A-1948-4388-B421-86D807FC37ED}" srcOrd="0" destOrd="0" presId="urn:microsoft.com/office/officeart/2005/8/layout/default"/>
    <dgm:cxn modelId="{B5C6171A-D64C-417F-9E2D-7C5F4FA418D5}" type="presOf" srcId="{01A21BDF-BACC-4DB4-85F1-325B5E7E7F21}" destId="{4C5F7089-7EF5-4EBD-B2B8-8F3B571D964E}" srcOrd="0" destOrd="0" presId="urn:microsoft.com/office/officeart/2005/8/layout/default"/>
    <dgm:cxn modelId="{28054453-9981-4848-A138-A994E0AC09A7}" srcId="{68596C9E-E712-4824-8882-AF2F1E58791D}" destId="{01A21BDF-BACC-4DB4-85F1-325B5E7E7F21}" srcOrd="2" destOrd="0" parTransId="{4F25A8FC-500E-4A63-A9EB-E038895193B1}" sibTransId="{5036C152-B7CC-455D-96B9-4DE7B4B5A5BF}"/>
    <dgm:cxn modelId="{DCE5AA7D-01DB-4695-A095-6E48EDFFBD7C}" srcId="{68596C9E-E712-4824-8882-AF2F1E58791D}" destId="{E0C36429-2BE7-469A-B6BC-91D40D4C9077}" srcOrd="0" destOrd="0" parTransId="{5A78B2E4-F97C-447C-84D6-12F147A0C90D}" sibTransId="{82994386-3B87-4FB5-825E-2BEA5CD2B30E}"/>
    <dgm:cxn modelId="{E3F7D2B4-B983-4B80-A9AE-D5F13EC5618B}" srcId="{68596C9E-E712-4824-8882-AF2F1E58791D}" destId="{53E11946-CB25-4D38-89EE-513A4FA9E226}" srcOrd="1" destOrd="0" parTransId="{EB6B785A-DAF3-4D20-80DF-1286A093958C}" sibTransId="{BDD20FB1-05A4-4C21-86DA-C1F8E32EEBF8}"/>
    <dgm:cxn modelId="{2B7501C6-9CA7-4187-98DE-9C9D59B6621B}" type="presOf" srcId="{68596C9E-E712-4824-8882-AF2F1E58791D}" destId="{914CAF3E-01EE-42C0-89A4-1D5D49593398}" srcOrd="0" destOrd="0" presId="urn:microsoft.com/office/officeart/2005/8/layout/default"/>
    <dgm:cxn modelId="{2FFABEFB-CF6C-4291-A0C1-F2026908427F}" type="presOf" srcId="{53E11946-CB25-4D38-89EE-513A4FA9E226}" destId="{5D2D6708-02D4-48B4-ABEB-8BF2701901DC}" srcOrd="0" destOrd="0" presId="urn:microsoft.com/office/officeart/2005/8/layout/default"/>
    <dgm:cxn modelId="{8BDF5215-BE99-40E7-93D2-F0FC4C699C2E}" type="presParOf" srcId="{914CAF3E-01EE-42C0-89A4-1D5D49593398}" destId="{D68FEB7A-1948-4388-B421-86D807FC37ED}" srcOrd="0" destOrd="0" presId="urn:microsoft.com/office/officeart/2005/8/layout/default"/>
    <dgm:cxn modelId="{495094F2-B4D6-4902-99C0-FA828DF460D9}" type="presParOf" srcId="{914CAF3E-01EE-42C0-89A4-1D5D49593398}" destId="{D5932836-8769-46AB-86EE-A3752DD2AF19}" srcOrd="1" destOrd="0" presId="urn:microsoft.com/office/officeart/2005/8/layout/default"/>
    <dgm:cxn modelId="{4B1A6643-1CE3-467A-81AC-46CC3588A46A}" type="presParOf" srcId="{914CAF3E-01EE-42C0-89A4-1D5D49593398}" destId="{5D2D6708-02D4-48B4-ABEB-8BF2701901DC}" srcOrd="2" destOrd="0" presId="urn:microsoft.com/office/officeart/2005/8/layout/default"/>
    <dgm:cxn modelId="{38982AC0-F549-4962-ADAC-FFFE2A695A58}" type="presParOf" srcId="{914CAF3E-01EE-42C0-89A4-1D5D49593398}" destId="{C64C89FB-13B1-4DF9-93BA-845EEA42389C}" srcOrd="3" destOrd="0" presId="urn:microsoft.com/office/officeart/2005/8/layout/default"/>
    <dgm:cxn modelId="{CDD19AC2-7021-44BE-8ECB-71BC3F382B25}" type="presParOf" srcId="{914CAF3E-01EE-42C0-89A4-1D5D49593398}" destId="{4C5F7089-7EF5-4EBD-B2B8-8F3B571D964E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86F7CD-1B73-40A9-B7C4-113E60830457}" type="doc">
      <dgm:prSet loTypeId="urn:microsoft.com/office/officeart/2005/8/layout/default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9BE3E77-60F1-4EAB-AB57-82F7E976F3E0}">
      <dgm:prSet/>
      <dgm:spPr/>
      <dgm:t>
        <a:bodyPr/>
        <a:lstStyle/>
        <a:p>
          <a:r>
            <a:rPr lang="en-US"/>
            <a:t>Solusi dengan metode numerik adalah solusi hampiran (aproksimasi)</a:t>
          </a:r>
        </a:p>
      </dgm:t>
    </dgm:pt>
    <dgm:pt modelId="{66DD1183-2497-4F9E-9E1D-D270BA1B04A5}" type="parTrans" cxnId="{1EB0C2D3-0B02-423B-80ED-3943F1C17322}">
      <dgm:prSet/>
      <dgm:spPr/>
      <dgm:t>
        <a:bodyPr/>
        <a:lstStyle/>
        <a:p>
          <a:endParaRPr lang="en-US"/>
        </a:p>
      </dgm:t>
    </dgm:pt>
    <dgm:pt modelId="{1346DB67-842B-4A89-939C-E329496A3558}" type="sibTrans" cxnId="{1EB0C2D3-0B02-423B-80ED-3943F1C17322}">
      <dgm:prSet/>
      <dgm:spPr/>
      <dgm:t>
        <a:bodyPr/>
        <a:lstStyle/>
        <a:p>
          <a:endParaRPr lang="en-US"/>
        </a:p>
      </dgm:t>
    </dgm:pt>
    <dgm:pt modelId="{0A84B26F-9A2A-45B8-B2C0-B7999EFBD963}">
      <dgm:prSet/>
      <dgm:spPr/>
      <dgm:t>
        <a:bodyPr/>
        <a:lstStyle/>
        <a:p>
          <a:r>
            <a:rPr lang="en-US" dirty="0" err="1"/>
            <a:t>Hampiran</a:t>
          </a:r>
          <a:r>
            <a:rPr lang="en-US" dirty="0"/>
            <a:t> </a:t>
          </a:r>
          <a:r>
            <a:rPr lang="en-US" dirty="0" err="1"/>
            <a:t>terhadap</a:t>
          </a:r>
          <a:r>
            <a:rPr lang="en-US" dirty="0"/>
            <a:t> </a:t>
          </a:r>
          <a:r>
            <a:rPr lang="en-US" dirty="0" err="1"/>
            <a:t>solusi</a:t>
          </a:r>
          <a:r>
            <a:rPr lang="en-US" dirty="0"/>
            <a:t> </a:t>
          </a:r>
          <a:r>
            <a:rPr lang="en-US" dirty="0" err="1"/>
            <a:t>eksak</a:t>
          </a:r>
          <a:endParaRPr lang="en-US" dirty="0"/>
        </a:p>
      </dgm:t>
    </dgm:pt>
    <dgm:pt modelId="{DF453B98-0C3D-4261-ABBB-44B43C6999F5}" type="parTrans" cxnId="{75A81F45-9BC5-45E2-93A1-1A0E8D3D2D63}">
      <dgm:prSet/>
      <dgm:spPr/>
      <dgm:t>
        <a:bodyPr/>
        <a:lstStyle/>
        <a:p>
          <a:endParaRPr lang="en-US"/>
        </a:p>
      </dgm:t>
    </dgm:pt>
    <dgm:pt modelId="{46C6EBB0-5425-4A59-9457-A24DDA332517}" type="sibTrans" cxnId="{75A81F45-9BC5-45E2-93A1-1A0E8D3D2D63}">
      <dgm:prSet/>
      <dgm:spPr/>
      <dgm:t>
        <a:bodyPr/>
        <a:lstStyle/>
        <a:p>
          <a:endParaRPr lang="en-US"/>
        </a:p>
      </dgm:t>
    </dgm:pt>
    <dgm:pt modelId="{8167F6FA-4F54-4390-B0A8-3637F4676DF8}">
      <dgm:prSet/>
      <dgm:spPr/>
      <dgm:t>
        <a:bodyPr/>
        <a:lstStyle/>
        <a:p>
          <a:r>
            <a:rPr lang="en-US" dirty="0"/>
            <a:t>Oleh </a:t>
          </a:r>
          <a:r>
            <a:rPr lang="en-US" dirty="0" err="1"/>
            <a:t>karena</a:t>
          </a:r>
          <a:r>
            <a:rPr lang="en-US" dirty="0"/>
            <a:t> </a:t>
          </a:r>
          <a:r>
            <a:rPr lang="en-US" dirty="0" err="1"/>
            <a:t>itu</a:t>
          </a:r>
          <a:r>
            <a:rPr lang="en-US" dirty="0"/>
            <a:t>, </a:t>
          </a:r>
          <a:r>
            <a:rPr lang="en-US" dirty="0" err="1"/>
            <a:t>solusi</a:t>
          </a:r>
          <a:r>
            <a:rPr lang="en-US" dirty="0"/>
            <a:t> </a:t>
          </a:r>
          <a:r>
            <a:rPr lang="en-US" dirty="0" err="1"/>
            <a:t>numerik</a:t>
          </a:r>
          <a:r>
            <a:rPr lang="en-US" dirty="0"/>
            <a:t> </a:t>
          </a:r>
          <a:r>
            <a:rPr lang="en-US" dirty="0" err="1"/>
            <a:t>numerik</a:t>
          </a:r>
          <a:r>
            <a:rPr lang="en-US" dirty="0"/>
            <a:t> </a:t>
          </a:r>
          <a:r>
            <a:rPr lang="en-US" dirty="0" err="1"/>
            <a:t>mengandung</a:t>
          </a:r>
          <a:r>
            <a:rPr lang="en-US" dirty="0"/>
            <a:t> </a:t>
          </a:r>
          <a:r>
            <a:rPr lang="en-US" dirty="0" err="1"/>
            <a:t>mengandung</a:t>
          </a:r>
          <a:r>
            <a:rPr lang="en-US" dirty="0"/>
            <a:t> </a:t>
          </a:r>
          <a:r>
            <a:rPr lang="en-US" dirty="0" err="1"/>
            <a:t>galat</a:t>
          </a:r>
          <a:r>
            <a:rPr lang="en-US" dirty="0"/>
            <a:t>.</a:t>
          </a:r>
        </a:p>
      </dgm:t>
    </dgm:pt>
    <dgm:pt modelId="{D010DD49-53B9-45F8-A358-CB5D9AFF6802}" type="parTrans" cxnId="{E7FCC715-2222-4EC0-8264-01751204F2B3}">
      <dgm:prSet/>
      <dgm:spPr/>
      <dgm:t>
        <a:bodyPr/>
        <a:lstStyle/>
        <a:p>
          <a:endParaRPr lang="en-US"/>
        </a:p>
      </dgm:t>
    </dgm:pt>
    <dgm:pt modelId="{706D73C2-7BAA-42A2-B10D-BA6B9F129C99}" type="sibTrans" cxnId="{E7FCC715-2222-4EC0-8264-01751204F2B3}">
      <dgm:prSet/>
      <dgm:spPr/>
      <dgm:t>
        <a:bodyPr/>
        <a:lstStyle/>
        <a:p>
          <a:endParaRPr lang="en-US"/>
        </a:p>
      </dgm:t>
    </dgm:pt>
    <dgm:pt modelId="{BBEE8EC3-774F-47E8-B1E4-DDF7B8860BD7}">
      <dgm:prSet/>
      <dgm:spPr/>
      <dgm:t>
        <a:bodyPr/>
        <a:lstStyle/>
        <a:p>
          <a:r>
            <a:rPr lang="en-US" dirty="0" err="1"/>
            <a:t>Galat</a:t>
          </a:r>
          <a:r>
            <a:rPr lang="en-US" dirty="0"/>
            <a:t> (ε): </a:t>
          </a:r>
          <a:r>
            <a:rPr lang="en-US" dirty="0" err="1"/>
            <a:t>perbedaan</a:t>
          </a:r>
          <a:r>
            <a:rPr lang="en-US" dirty="0"/>
            <a:t> </a:t>
          </a:r>
          <a:r>
            <a:rPr lang="en-US" dirty="0" err="1"/>
            <a:t>antara</a:t>
          </a:r>
          <a:r>
            <a:rPr lang="en-US" dirty="0"/>
            <a:t> </a:t>
          </a:r>
          <a:r>
            <a:rPr lang="en-US" dirty="0" err="1"/>
            <a:t>solusi</a:t>
          </a:r>
          <a:r>
            <a:rPr lang="en-US" dirty="0"/>
            <a:t> </a:t>
          </a:r>
          <a:r>
            <a:rPr lang="en-US" dirty="0" err="1"/>
            <a:t>hampiran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solusi</a:t>
          </a:r>
          <a:r>
            <a:rPr lang="en-US" dirty="0"/>
            <a:t> </a:t>
          </a:r>
          <a:r>
            <a:rPr lang="en-US" dirty="0" err="1"/>
            <a:t>eksak</a:t>
          </a:r>
          <a:r>
            <a:rPr lang="en-US" dirty="0"/>
            <a:t>. </a:t>
          </a:r>
        </a:p>
        <a:p>
          <a:endParaRPr lang="en-US" dirty="0"/>
        </a:p>
      </dgm:t>
    </dgm:pt>
    <dgm:pt modelId="{76D8F4C2-BCE0-4F35-BD60-7FCA723C6CDA}" type="parTrans" cxnId="{C40E1476-83BF-4FF1-863E-98358DA76F77}">
      <dgm:prSet/>
      <dgm:spPr/>
      <dgm:t>
        <a:bodyPr/>
        <a:lstStyle/>
        <a:p>
          <a:endParaRPr lang="en-US"/>
        </a:p>
      </dgm:t>
    </dgm:pt>
    <dgm:pt modelId="{982177DA-8141-48FE-A56F-4C33301BE11D}" type="sibTrans" cxnId="{C40E1476-83BF-4FF1-863E-98358DA76F77}">
      <dgm:prSet/>
      <dgm:spPr/>
      <dgm:t>
        <a:bodyPr/>
        <a:lstStyle/>
        <a:p>
          <a:endParaRPr lang="en-US"/>
        </a:p>
      </dgm:t>
    </dgm:pt>
    <dgm:pt modelId="{EBD28C0D-8EA8-4207-B4F5-234FB4EB5467}" type="pres">
      <dgm:prSet presAssocID="{E186F7CD-1B73-40A9-B7C4-113E60830457}" presName="diagram" presStyleCnt="0">
        <dgm:presLayoutVars>
          <dgm:dir/>
          <dgm:resizeHandles val="exact"/>
        </dgm:presLayoutVars>
      </dgm:prSet>
      <dgm:spPr/>
    </dgm:pt>
    <dgm:pt modelId="{0130702E-1D08-4D74-A970-98A8EF2569D9}" type="pres">
      <dgm:prSet presAssocID="{39BE3E77-60F1-4EAB-AB57-82F7E976F3E0}" presName="node" presStyleLbl="node1" presStyleIdx="0" presStyleCnt="4">
        <dgm:presLayoutVars>
          <dgm:bulletEnabled val="1"/>
        </dgm:presLayoutVars>
      </dgm:prSet>
      <dgm:spPr/>
    </dgm:pt>
    <dgm:pt modelId="{1AFF1F05-B4B5-43C8-A172-20CC12A0F89A}" type="pres">
      <dgm:prSet presAssocID="{1346DB67-842B-4A89-939C-E329496A3558}" presName="sibTrans" presStyleCnt="0"/>
      <dgm:spPr/>
    </dgm:pt>
    <dgm:pt modelId="{2E55F546-4A45-449F-8D90-26AC3A9E2299}" type="pres">
      <dgm:prSet presAssocID="{0A84B26F-9A2A-45B8-B2C0-B7999EFBD963}" presName="node" presStyleLbl="node1" presStyleIdx="1" presStyleCnt="4">
        <dgm:presLayoutVars>
          <dgm:bulletEnabled val="1"/>
        </dgm:presLayoutVars>
      </dgm:prSet>
      <dgm:spPr/>
    </dgm:pt>
    <dgm:pt modelId="{6F6C0BE2-B1AF-41D4-B881-6738B99B29E1}" type="pres">
      <dgm:prSet presAssocID="{46C6EBB0-5425-4A59-9457-A24DDA332517}" presName="sibTrans" presStyleCnt="0"/>
      <dgm:spPr/>
    </dgm:pt>
    <dgm:pt modelId="{50928DDE-1B8D-4EBE-98B8-9895F86B8DEA}" type="pres">
      <dgm:prSet presAssocID="{8167F6FA-4F54-4390-B0A8-3637F4676DF8}" presName="node" presStyleLbl="node1" presStyleIdx="2" presStyleCnt="4">
        <dgm:presLayoutVars>
          <dgm:bulletEnabled val="1"/>
        </dgm:presLayoutVars>
      </dgm:prSet>
      <dgm:spPr/>
    </dgm:pt>
    <dgm:pt modelId="{252F7235-9EF9-4E3B-AF3D-168BB2357B49}" type="pres">
      <dgm:prSet presAssocID="{706D73C2-7BAA-42A2-B10D-BA6B9F129C99}" presName="sibTrans" presStyleCnt="0"/>
      <dgm:spPr/>
    </dgm:pt>
    <dgm:pt modelId="{F740FD57-E426-4EEF-8E95-7C33DC95BD29}" type="pres">
      <dgm:prSet presAssocID="{BBEE8EC3-774F-47E8-B1E4-DDF7B8860BD7}" presName="node" presStyleLbl="node1" presStyleIdx="3" presStyleCnt="4">
        <dgm:presLayoutVars>
          <dgm:bulletEnabled val="1"/>
        </dgm:presLayoutVars>
      </dgm:prSet>
      <dgm:spPr/>
    </dgm:pt>
  </dgm:ptLst>
  <dgm:cxnLst>
    <dgm:cxn modelId="{E7FCC715-2222-4EC0-8264-01751204F2B3}" srcId="{E186F7CD-1B73-40A9-B7C4-113E60830457}" destId="{8167F6FA-4F54-4390-B0A8-3637F4676DF8}" srcOrd="2" destOrd="0" parTransId="{D010DD49-53B9-45F8-A358-CB5D9AFF6802}" sibTransId="{706D73C2-7BAA-42A2-B10D-BA6B9F129C99}"/>
    <dgm:cxn modelId="{8D22FE1D-D14C-4B7B-BD80-944E4FA43AF1}" type="presOf" srcId="{E186F7CD-1B73-40A9-B7C4-113E60830457}" destId="{EBD28C0D-8EA8-4207-B4F5-234FB4EB5467}" srcOrd="0" destOrd="0" presId="urn:microsoft.com/office/officeart/2005/8/layout/default"/>
    <dgm:cxn modelId="{06185735-9AAE-4E3A-8462-8861EC670214}" type="presOf" srcId="{39BE3E77-60F1-4EAB-AB57-82F7E976F3E0}" destId="{0130702E-1D08-4D74-A970-98A8EF2569D9}" srcOrd="0" destOrd="0" presId="urn:microsoft.com/office/officeart/2005/8/layout/default"/>
    <dgm:cxn modelId="{75A81F45-9BC5-45E2-93A1-1A0E8D3D2D63}" srcId="{E186F7CD-1B73-40A9-B7C4-113E60830457}" destId="{0A84B26F-9A2A-45B8-B2C0-B7999EFBD963}" srcOrd="1" destOrd="0" parTransId="{DF453B98-0C3D-4261-ABBB-44B43C6999F5}" sibTransId="{46C6EBB0-5425-4A59-9457-A24DDA332517}"/>
    <dgm:cxn modelId="{C40E1476-83BF-4FF1-863E-98358DA76F77}" srcId="{E186F7CD-1B73-40A9-B7C4-113E60830457}" destId="{BBEE8EC3-774F-47E8-B1E4-DDF7B8860BD7}" srcOrd="3" destOrd="0" parTransId="{76D8F4C2-BCE0-4F35-BD60-7FCA723C6CDA}" sibTransId="{982177DA-8141-48FE-A56F-4C33301BE11D}"/>
    <dgm:cxn modelId="{D9BB179D-6F83-4EAF-9705-658411C4124C}" type="presOf" srcId="{BBEE8EC3-774F-47E8-B1E4-DDF7B8860BD7}" destId="{F740FD57-E426-4EEF-8E95-7C33DC95BD29}" srcOrd="0" destOrd="0" presId="urn:microsoft.com/office/officeart/2005/8/layout/default"/>
    <dgm:cxn modelId="{7DE00AC1-B68F-4CE2-B753-256EA732C62D}" type="presOf" srcId="{0A84B26F-9A2A-45B8-B2C0-B7999EFBD963}" destId="{2E55F546-4A45-449F-8D90-26AC3A9E2299}" srcOrd="0" destOrd="0" presId="urn:microsoft.com/office/officeart/2005/8/layout/default"/>
    <dgm:cxn modelId="{1EB0C2D3-0B02-423B-80ED-3943F1C17322}" srcId="{E186F7CD-1B73-40A9-B7C4-113E60830457}" destId="{39BE3E77-60F1-4EAB-AB57-82F7E976F3E0}" srcOrd="0" destOrd="0" parTransId="{66DD1183-2497-4F9E-9E1D-D270BA1B04A5}" sibTransId="{1346DB67-842B-4A89-939C-E329496A3558}"/>
    <dgm:cxn modelId="{8FF143DF-AF5F-4B86-8618-885F1115B56A}" type="presOf" srcId="{8167F6FA-4F54-4390-B0A8-3637F4676DF8}" destId="{50928DDE-1B8D-4EBE-98B8-9895F86B8DEA}" srcOrd="0" destOrd="0" presId="urn:microsoft.com/office/officeart/2005/8/layout/default"/>
    <dgm:cxn modelId="{5D4B8281-A604-4820-80D2-1E62F0121399}" type="presParOf" srcId="{EBD28C0D-8EA8-4207-B4F5-234FB4EB5467}" destId="{0130702E-1D08-4D74-A970-98A8EF2569D9}" srcOrd="0" destOrd="0" presId="urn:microsoft.com/office/officeart/2005/8/layout/default"/>
    <dgm:cxn modelId="{C2B67394-2308-48CC-9FF1-6DAD07160BE4}" type="presParOf" srcId="{EBD28C0D-8EA8-4207-B4F5-234FB4EB5467}" destId="{1AFF1F05-B4B5-43C8-A172-20CC12A0F89A}" srcOrd="1" destOrd="0" presId="urn:microsoft.com/office/officeart/2005/8/layout/default"/>
    <dgm:cxn modelId="{F1E09086-DBE7-4755-B8DB-AF99D14B5E3C}" type="presParOf" srcId="{EBD28C0D-8EA8-4207-B4F5-234FB4EB5467}" destId="{2E55F546-4A45-449F-8D90-26AC3A9E2299}" srcOrd="2" destOrd="0" presId="urn:microsoft.com/office/officeart/2005/8/layout/default"/>
    <dgm:cxn modelId="{BE121F49-621A-4302-BD1D-56D42CFCB5B2}" type="presParOf" srcId="{EBD28C0D-8EA8-4207-B4F5-234FB4EB5467}" destId="{6F6C0BE2-B1AF-41D4-B881-6738B99B29E1}" srcOrd="3" destOrd="0" presId="urn:microsoft.com/office/officeart/2005/8/layout/default"/>
    <dgm:cxn modelId="{7FDC3AD7-263B-4298-AC24-4BCE047085BF}" type="presParOf" srcId="{EBD28C0D-8EA8-4207-B4F5-234FB4EB5467}" destId="{50928DDE-1B8D-4EBE-98B8-9895F86B8DEA}" srcOrd="4" destOrd="0" presId="urn:microsoft.com/office/officeart/2005/8/layout/default"/>
    <dgm:cxn modelId="{15F04BD9-C54E-45E6-99C2-6D4E89D6DE6B}" type="presParOf" srcId="{EBD28C0D-8EA8-4207-B4F5-234FB4EB5467}" destId="{252F7235-9EF9-4E3B-AF3D-168BB2357B49}" srcOrd="5" destOrd="0" presId="urn:microsoft.com/office/officeart/2005/8/layout/default"/>
    <dgm:cxn modelId="{6194F7F2-3710-47A1-95F2-8F59FB897A47}" type="presParOf" srcId="{EBD28C0D-8EA8-4207-B4F5-234FB4EB5467}" destId="{F740FD57-E426-4EEF-8E95-7C33DC95BD2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8FEB7A-1948-4388-B421-86D807FC37ED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 dirty="0" err="1"/>
            <a:t>Deret</a:t>
          </a:r>
          <a:r>
            <a:rPr lang="en-US" sz="3100" b="1" i="0" kern="1200" baseline="0" dirty="0"/>
            <a:t> Mac Laurin </a:t>
          </a:r>
          <a:r>
            <a:rPr lang="en-US" sz="3100" b="0" i="0" kern="1200" baseline="0" dirty="0" err="1"/>
            <a:t>merupakan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kasus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khusus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drai</a:t>
          </a:r>
          <a:r>
            <a:rPr lang="en-US" sz="3100" b="0" i="0" kern="1200" baseline="0" dirty="0"/>
            <a:t> </a:t>
          </a:r>
          <a:r>
            <a:rPr lang="en-US" sz="3100" b="0" i="0" kern="1200" baseline="0" dirty="0" err="1"/>
            <a:t>deret</a:t>
          </a:r>
          <a:r>
            <a:rPr lang="en-US" sz="3100" b="0" i="0" kern="1200" baseline="0" dirty="0"/>
            <a:t> Taylor.</a:t>
          </a:r>
          <a:endParaRPr lang="en-US" sz="3100" kern="1200" dirty="0"/>
        </a:p>
      </dsp:txBody>
      <dsp:txXfrm>
        <a:off x="1748064" y="2975"/>
        <a:ext cx="3342605" cy="2005563"/>
      </dsp:txXfrm>
    </dsp:sp>
    <dsp:sp modelId="{5D2D6708-02D4-48B4-ABEB-8BF2701901DC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Jika  pada deret Taylor x0 = 0 maka disebut dengan Deret </a:t>
          </a:r>
          <a:r>
            <a:rPr lang="en-US" sz="3100" b="0" i="0" kern="1200" baseline="0"/>
            <a:t>Mac Laurin.</a:t>
          </a:r>
          <a:endParaRPr lang="en-US" sz="3100" kern="1200"/>
        </a:p>
      </dsp:txBody>
      <dsp:txXfrm>
        <a:off x="5424930" y="2975"/>
        <a:ext cx="3342605" cy="2005563"/>
      </dsp:txXfrm>
    </dsp:sp>
    <dsp:sp modelId="{4C5F7089-7EF5-4EBD-B2B8-8F3B571D964E}">
      <dsp:nvSpPr>
        <dsp:cNvPr id="0" name=""/>
        <dsp:cNvSpPr/>
      </dsp:nvSpPr>
      <dsp:spPr>
        <a:xfrm>
          <a:off x="3586497" y="2342799"/>
          <a:ext cx="3342605" cy="200556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Deret</a:t>
          </a:r>
          <a:r>
            <a:rPr lang="en-US" sz="3100" kern="1200" dirty="0"/>
            <a:t> Maclaurin </a:t>
          </a:r>
          <a:r>
            <a:rPr lang="en-US" sz="3100" kern="1200" dirty="0" err="1"/>
            <a:t>sering</a:t>
          </a:r>
          <a:r>
            <a:rPr lang="en-US" sz="3100" kern="1200" dirty="0"/>
            <a:t> </a:t>
          </a:r>
          <a:r>
            <a:rPr lang="en-US" sz="3100" kern="1200" dirty="0" err="1"/>
            <a:t>disbeut</a:t>
          </a:r>
          <a:r>
            <a:rPr lang="en-US" sz="3100" kern="1200" dirty="0"/>
            <a:t> juga </a:t>
          </a:r>
          <a:r>
            <a:rPr lang="en-US" sz="3100" kern="1200" dirty="0" err="1"/>
            <a:t>dengan</a:t>
          </a:r>
          <a:r>
            <a:rPr lang="en-US" sz="3100" kern="1200" dirty="0"/>
            <a:t> </a:t>
          </a:r>
          <a:r>
            <a:rPr lang="en-US" sz="3100" kern="1200" dirty="0" err="1"/>
            <a:t>deret</a:t>
          </a:r>
          <a:r>
            <a:rPr lang="en-US" sz="3100" kern="1200" dirty="0"/>
            <a:t> Taylor </a:t>
          </a:r>
          <a:r>
            <a:rPr lang="en-US" sz="3100" kern="1200" dirty="0" err="1"/>
            <a:t>baku</a:t>
          </a:r>
          <a:r>
            <a:rPr lang="en-US" sz="3100" kern="1200" dirty="0"/>
            <a:t>. </a:t>
          </a:r>
          <a:r>
            <a:rPr lang="en-US" sz="3100" b="0" i="0" kern="1200" baseline="0" dirty="0"/>
            <a:t>	</a:t>
          </a:r>
          <a:endParaRPr lang="en-US" sz="3100" kern="1200" dirty="0"/>
        </a:p>
      </dsp:txBody>
      <dsp:txXfrm>
        <a:off x="3586497" y="2342799"/>
        <a:ext cx="3342605" cy="20055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30702E-1D08-4D74-A970-98A8EF2569D9}">
      <dsp:nvSpPr>
        <dsp:cNvPr id="0" name=""/>
        <dsp:cNvSpPr/>
      </dsp:nvSpPr>
      <dsp:spPr>
        <a:xfrm>
          <a:off x="435133" y="1853"/>
          <a:ext cx="2787085" cy="167225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Solusi dengan metode numerik adalah solusi hampiran (aproksimasi)</a:t>
          </a:r>
        </a:p>
      </dsp:txBody>
      <dsp:txXfrm>
        <a:off x="435133" y="1853"/>
        <a:ext cx="2787085" cy="1672251"/>
      </dsp:txXfrm>
    </dsp:sp>
    <dsp:sp modelId="{2E55F546-4A45-449F-8D90-26AC3A9E2299}">
      <dsp:nvSpPr>
        <dsp:cNvPr id="0" name=""/>
        <dsp:cNvSpPr/>
      </dsp:nvSpPr>
      <dsp:spPr>
        <a:xfrm>
          <a:off x="3500926" y="1853"/>
          <a:ext cx="2787085" cy="167225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Hampiran</a:t>
          </a:r>
          <a:r>
            <a:rPr lang="en-US" sz="2200" kern="1200" dirty="0"/>
            <a:t> </a:t>
          </a:r>
          <a:r>
            <a:rPr lang="en-US" sz="2200" kern="1200" dirty="0" err="1"/>
            <a:t>terhadap</a:t>
          </a:r>
          <a:r>
            <a:rPr lang="en-US" sz="2200" kern="1200" dirty="0"/>
            <a:t> </a:t>
          </a:r>
          <a:r>
            <a:rPr lang="en-US" sz="2200" kern="1200" dirty="0" err="1"/>
            <a:t>solusi</a:t>
          </a:r>
          <a:r>
            <a:rPr lang="en-US" sz="2200" kern="1200" dirty="0"/>
            <a:t> </a:t>
          </a:r>
          <a:r>
            <a:rPr lang="en-US" sz="2200" kern="1200" dirty="0" err="1"/>
            <a:t>eksak</a:t>
          </a:r>
          <a:endParaRPr lang="en-US" sz="2200" kern="1200" dirty="0"/>
        </a:p>
      </dsp:txBody>
      <dsp:txXfrm>
        <a:off x="3500926" y="1853"/>
        <a:ext cx="2787085" cy="1672251"/>
      </dsp:txXfrm>
    </dsp:sp>
    <dsp:sp modelId="{50928DDE-1B8D-4EBE-98B8-9895F86B8DEA}">
      <dsp:nvSpPr>
        <dsp:cNvPr id="0" name=""/>
        <dsp:cNvSpPr/>
      </dsp:nvSpPr>
      <dsp:spPr>
        <a:xfrm>
          <a:off x="435133" y="1952812"/>
          <a:ext cx="2787085" cy="167225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Oleh </a:t>
          </a:r>
          <a:r>
            <a:rPr lang="en-US" sz="2200" kern="1200" dirty="0" err="1"/>
            <a:t>karena</a:t>
          </a:r>
          <a:r>
            <a:rPr lang="en-US" sz="2200" kern="1200" dirty="0"/>
            <a:t> </a:t>
          </a:r>
          <a:r>
            <a:rPr lang="en-US" sz="2200" kern="1200" dirty="0" err="1"/>
            <a:t>itu</a:t>
          </a:r>
          <a:r>
            <a:rPr lang="en-US" sz="2200" kern="1200" dirty="0"/>
            <a:t>, </a:t>
          </a:r>
          <a:r>
            <a:rPr lang="en-US" sz="2200" kern="1200" dirty="0" err="1"/>
            <a:t>solusi</a:t>
          </a:r>
          <a:r>
            <a:rPr lang="en-US" sz="2200" kern="1200" dirty="0"/>
            <a:t> </a:t>
          </a:r>
          <a:r>
            <a:rPr lang="en-US" sz="2200" kern="1200" dirty="0" err="1"/>
            <a:t>numerik</a:t>
          </a:r>
          <a:r>
            <a:rPr lang="en-US" sz="2200" kern="1200" dirty="0"/>
            <a:t> </a:t>
          </a:r>
          <a:r>
            <a:rPr lang="en-US" sz="2200" kern="1200" dirty="0" err="1"/>
            <a:t>numerik</a:t>
          </a:r>
          <a:r>
            <a:rPr lang="en-US" sz="2200" kern="1200" dirty="0"/>
            <a:t> </a:t>
          </a:r>
          <a:r>
            <a:rPr lang="en-US" sz="2200" kern="1200" dirty="0" err="1"/>
            <a:t>mengandung</a:t>
          </a:r>
          <a:r>
            <a:rPr lang="en-US" sz="2200" kern="1200" dirty="0"/>
            <a:t> </a:t>
          </a:r>
          <a:r>
            <a:rPr lang="en-US" sz="2200" kern="1200" dirty="0" err="1"/>
            <a:t>mengandung</a:t>
          </a:r>
          <a:r>
            <a:rPr lang="en-US" sz="2200" kern="1200" dirty="0"/>
            <a:t> </a:t>
          </a:r>
          <a:r>
            <a:rPr lang="en-US" sz="2200" kern="1200" dirty="0" err="1"/>
            <a:t>galat</a:t>
          </a:r>
          <a:r>
            <a:rPr lang="en-US" sz="2200" kern="1200" dirty="0"/>
            <a:t>.</a:t>
          </a:r>
        </a:p>
      </dsp:txBody>
      <dsp:txXfrm>
        <a:off x="435133" y="1952812"/>
        <a:ext cx="2787085" cy="1672251"/>
      </dsp:txXfrm>
    </dsp:sp>
    <dsp:sp modelId="{F740FD57-E426-4EEF-8E95-7C33DC95BD29}">
      <dsp:nvSpPr>
        <dsp:cNvPr id="0" name=""/>
        <dsp:cNvSpPr/>
      </dsp:nvSpPr>
      <dsp:spPr>
        <a:xfrm>
          <a:off x="3500926" y="1952812"/>
          <a:ext cx="2787085" cy="167225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Galat</a:t>
          </a:r>
          <a:r>
            <a:rPr lang="en-US" sz="2200" kern="1200" dirty="0"/>
            <a:t> (ε): </a:t>
          </a:r>
          <a:r>
            <a:rPr lang="en-US" sz="2200" kern="1200" dirty="0" err="1"/>
            <a:t>perbedaan</a:t>
          </a:r>
          <a:r>
            <a:rPr lang="en-US" sz="2200" kern="1200" dirty="0"/>
            <a:t> </a:t>
          </a:r>
          <a:r>
            <a:rPr lang="en-US" sz="2200" kern="1200" dirty="0" err="1"/>
            <a:t>antara</a:t>
          </a:r>
          <a:r>
            <a:rPr lang="en-US" sz="2200" kern="1200" dirty="0"/>
            <a:t> </a:t>
          </a:r>
          <a:r>
            <a:rPr lang="en-US" sz="2200" kern="1200" dirty="0" err="1"/>
            <a:t>solusi</a:t>
          </a:r>
          <a:r>
            <a:rPr lang="en-US" sz="2200" kern="1200" dirty="0"/>
            <a:t> </a:t>
          </a:r>
          <a:r>
            <a:rPr lang="en-US" sz="2200" kern="1200" dirty="0" err="1"/>
            <a:t>hampiran</a:t>
          </a:r>
          <a:r>
            <a:rPr lang="en-US" sz="2200" kern="1200" dirty="0"/>
            <a:t> </a:t>
          </a:r>
          <a:r>
            <a:rPr lang="en-US" sz="2200" kern="1200" dirty="0" err="1"/>
            <a:t>dengan</a:t>
          </a:r>
          <a:r>
            <a:rPr lang="en-US" sz="2200" kern="1200" dirty="0"/>
            <a:t> </a:t>
          </a:r>
          <a:r>
            <a:rPr lang="en-US" sz="2200" kern="1200" dirty="0" err="1"/>
            <a:t>solusi</a:t>
          </a:r>
          <a:r>
            <a:rPr lang="en-US" sz="2200" kern="1200" dirty="0"/>
            <a:t> </a:t>
          </a:r>
          <a:r>
            <a:rPr lang="en-US" sz="2200" kern="1200" dirty="0" err="1"/>
            <a:t>eksak</a:t>
          </a:r>
          <a:r>
            <a:rPr lang="en-US" sz="2200" kern="1200" dirty="0"/>
            <a:t>.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/>
        </a:p>
      </dsp:txBody>
      <dsp:txXfrm>
        <a:off x="3500926" y="1952812"/>
        <a:ext cx="2787085" cy="16722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F9C41-3D6D-40DA-A817-544FF813B30C}" type="datetimeFigureOut">
              <a:rPr lang="en-ID" smtClean="0"/>
              <a:t>03/09/2021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010C8-ABB4-48BA-AA1C-2D0B09E8735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0966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922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94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DA1FDA-4F84-4036-AEF0-0ADFB233BBC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95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8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9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0.png"/><Relationship Id="rId9" Type="http://schemas.microsoft.com/office/2007/relationships/diagramDrawing" Target="../diagrams/drawing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D9D48E-EC15-454D-AFD8-DFA10B4F141B}"/>
              </a:ext>
            </a:extLst>
          </p:cNvPr>
          <p:cNvSpPr txBox="1">
            <a:spLocks/>
          </p:cNvSpPr>
          <p:nvPr/>
        </p:nvSpPr>
        <p:spPr>
          <a:xfrm>
            <a:off x="1709530" y="1350435"/>
            <a:ext cx="8713993" cy="2616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METODE NUMERIK</a:t>
            </a:r>
            <a:endParaRPr lang="en-GB" sz="4800" b="1" dirty="0">
              <a:ln w="1016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5FC42A2-1F0A-4C30-A0B1-C8DA61F0F7CD}"/>
              </a:ext>
            </a:extLst>
          </p:cNvPr>
          <p:cNvSpPr txBox="1">
            <a:spLocks/>
          </p:cNvSpPr>
          <p:nvPr/>
        </p:nvSpPr>
        <p:spPr>
          <a:xfrm>
            <a:off x="4192894" y="3238501"/>
            <a:ext cx="3321090" cy="728133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PERTEMUAN</a:t>
            </a:r>
            <a:r>
              <a:rPr lang="en-US" sz="3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GB" sz="3600" b="1" dirty="0">
              <a:ln w="10160">
                <a:solidFill>
                  <a:schemeClr val="tx1"/>
                </a:solidFill>
                <a:prstDash val="solid"/>
              </a:ln>
              <a:solidFill>
                <a:schemeClr val="accent4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86643" y="1938435"/>
            <a:ext cx="10018713" cy="2184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72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DERET MAC LAURIN</a:t>
            </a:r>
          </a:p>
        </p:txBody>
      </p:sp>
    </p:spTree>
    <p:extLst>
      <p:ext uri="{BB962C8B-B14F-4D97-AF65-F5344CB8AC3E}">
        <p14:creationId xmlns:p14="http://schemas.microsoft.com/office/powerpoint/2010/main" val="167857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911CC-BFB2-4ECE-92D3-5E6530B52EC3}"/>
              </a:ext>
            </a:extLst>
          </p:cNvPr>
          <p:cNvSpPr txBox="1">
            <a:spLocks/>
          </p:cNvSpPr>
          <p:nvPr/>
        </p:nvSpPr>
        <p:spPr>
          <a:xfrm>
            <a:off x="4965430" y="629268"/>
            <a:ext cx="6586491" cy="128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TUJUAN PEMBELAJARAN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86636F-1EA6-4076-8B2A-236A0A53817B}"/>
              </a:ext>
            </a:extLst>
          </p:cNvPr>
          <p:cNvSpPr txBox="1"/>
          <p:nvPr/>
        </p:nvSpPr>
        <p:spPr>
          <a:xfrm>
            <a:off x="4965431" y="2438400"/>
            <a:ext cx="658648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0" i="0" u="none" strike="noStrike" baseline="0" dirty="0"/>
              <a:t>Mampu </a:t>
            </a:r>
            <a:r>
              <a:rPr lang="en-US" sz="2000" b="0" i="0" u="none" strike="noStrike" baseline="0" dirty="0" err="1"/>
              <a:t>menghampiri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suatu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fungsi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dengan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bentuk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deret</a:t>
            </a:r>
            <a:r>
              <a:rPr lang="en-US" sz="2000" b="0" i="0" u="none" strike="noStrike" baseline="0" dirty="0"/>
              <a:t> Mac Laurin.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3" name="Picture 12" descr="Bohlam putih dan satu bohlam warna kuning yang menonjol">
            <a:extLst>
              <a:ext uri="{FF2B5EF4-FFF2-40B4-BE49-F238E27FC236}">
                <a16:creationId xmlns:a16="http://schemas.microsoft.com/office/drawing/2014/main" id="{AEA41C7D-DF0B-4838-91EF-2842904722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05" r="35375" b="-1"/>
          <a:stretch/>
        </p:blipFill>
        <p:spPr>
          <a:xfrm>
            <a:off x="20" y="10"/>
            <a:ext cx="4635571" cy="6361461"/>
          </a:xfrm>
          <a:prstGeom prst="rect">
            <a:avLst/>
          </a:prstGeom>
          <a:effectLst/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BAB9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909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BED71A-5A4D-454A-A523-6522770EE585}"/>
              </a:ext>
            </a:extLst>
          </p:cNvPr>
          <p:cNvSpPr txBox="1">
            <a:spLocks/>
          </p:cNvSpPr>
          <p:nvPr/>
        </p:nvSpPr>
        <p:spPr>
          <a:xfrm>
            <a:off x="1913468" y="365125"/>
            <a:ext cx="94403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DEFINISI DERET MAC LAURIN</a:t>
            </a:r>
          </a:p>
        </p:txBody>
      </p:sp>
      <p:graphicFrame>
        <p:nvGraphicFramePr>
          <p:cNvPr id="10" name="TextBox 7">
            <a:extLst>
              <a:ext uri="{FF2B5EF4-FFF2-40B4-BE49-F238E27FC236}">
                <a16:creationId xmlns:a16="http://schemas.microsoft.com/office/drawing/2014/main" id="{CAF9F858-9C82-4DE4-90C6-0FDE7EF753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34715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9476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86643" y="280630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CONTOH SOAL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61F533-D8A8-4A10-92E7-FBE63F34EDC2}"/>
              </a:ext>
            </a:extLst>
          </p:cNvPr>
          <p:cNvSpPr txBox="1"/>
          <p:nvPr/>
        </p:nvSpPr>
        <p:spPr>
          <a:xfrm>
            <a:off x="1884783" y="1292413"/>
            <a:ext cx="9078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Hampiri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fungsi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f(x)= sin(x)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dimana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xo = 0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Deret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Mac Laurin).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AABFC2-24AE-4BF0-A6EB-3ADA6E684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40" y="3054230"/>
            <a:ext cx="10906125" cy="189547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DD378E0-E2AB-4788-A0BA-00BE21470EE1}"/>
              </a:ext>
            </a:extLst>
          </p:cNvPr>
          <p:cNvSpPr txBox="1">
            <a:spLocks/>
          </p:cNvSpPr>
          <p:nvPr/>
        </p:nvSpPr>
        <p:spPr>
          <a:xfrm>
            <a:off x="1086642" y="1983462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PENYELESAIAN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533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4B7C1DD-857C-4D03-AAB3-C5C95BD51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3" y="321176"/>
            <a:ext cx="7500831" cy="5896743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981A8E-765C-4942-BE08-18B20739734A}"/>
              </a:ext>
            </a:extLst>
          </p:cNvPr>
          <p:cNvSpPr txBox="1">
            <a:spLocks/>
          </p:cNvSpPr>
          <p:nvPr/>
        </p:nvSpPr>
        <p:spPr>
          <a:xfrm>
            <a:off x="821516" y="640263"/>
            <a:ext cx="6713140" cy="1344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ANALISIS GALAT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F441B34-88D1-484C-AC77-C04BDC14C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0" y="627912"/>
            <a:ext cx="3752090" cy="11162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A240C8D-C2B6-424E-9FCF-0140C35D5F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28"/>
          <a:stretch/>
        </p:blipFill>
        <p:spPr>
          <a:xfrm>
            <a:off x="8129873" y="2797159"/>
            <a:ext cx="3742087" cy="922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BD914A-08CD-4680-B2B0-B79354228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77" y="4456850"/>
            <a:ext cx="3732084" cy="1756274"/>
          </a:xfrm>
          <a:prstGeom prst="rect">
            <a:avLst/>
          </a:prstGeom>
        </p:spPr>
      </p:pic>
      <p:graphicFrame>
        <p:nvGraphicFramePr>
          <p:cNvPr id="16" name="TextBox 10">
            <a:extLst>
              <a:ext uri="{FF2B5EF4-FFF2-40B4-BE49-F238E27FC236}">
                <a16:creationId xmlns:a16="http://schemas.microsoft.com/office/drawing/2014/main" id="{1A611A2A-CE3A-4EE7-9236-6AAE13F5A6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7704585"/>
              </p:ext>
            </p:extLst>
          </p:nvPr>
        </p:nvGraphicFramePr>
        <p:xfrm>
          <a:off x="821514" y="2121762"/>
          <a:ext cx="6723145" cy="36269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718801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B4D3C6-7C68-4818-8D77-E1777B809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1123950"/>
            <a:ext cx="10106025" cy="46101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E3C1D58-A653-471E-B6BE-2D2678697D2C}"/>
              </a:ext>
            </a:extLst>
          </p:cNvPr>
          <p:cNvSpPr txBox="1">
            <a:spLocks/>
          </p:cNvSpPr>
          <p:nvPr/>
        </p:nvSpPr>
        <p:spPr>
          <a:xfrm>
            <a:off x="1086643" y="280630"/>
            <a:ext cx="10018713" cy="88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CONTOH SOAL GALAT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425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653363" y="365760"/>
            <a:ext cx="9367203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accent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SOAL</a:t>
            </a:r>
          </a:p>
        </p:txBody>
      </p:sp>
      <p:sp>
        <p:nvSpPr>
          <p:cNvPr id="21" name="Freeform: Shape 23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A5F56C-02C5-4EFA-973B-A1742FCC3FB7}"/>
              </a:ext>
            </a:extLst>
          </p:cNvPr>
          <p:cNvSpPr txBox="1"/>
          <p:nvPr/>
        </p:nvSpPr>
        <p:spPr>
          <a:xfrm>
            <a:off x="1653363" y="2176272"/>
            <a:ext cx="9367204" cy="40416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1. </a:t>
            </a:r>
            <a:r>
              <a:rPr lang="en-US" sz="2400" dirty="0" err="1"/>
              <a:t>Gunakan</a:t>
            </a:r>
            <a:r>
              <a:rPr lang="en-US" sz="2400" dirty="0"/>
              <a:t> </a:t>
            </a:r>
            <a:r>
              <a:rPr lang="en-US" sz="2400" dirty="0" err="1"/>
              <a:t>deret</a:t>
            </a:r>
            <a:r>
              <a:rPr lang="en-US" sz="2400" dirty="0"/>
              <a:t> Mac Laurin </a:t>
            </a:r>
            <a:r>
              <a:rPr lang="en-US" sz="2400" dirty="0" err="1"/>
              <a:t>orde</a:t>
            </a:r>
            <a:r>
              <a:rPr lang="en-US" sz="2400" dirty="0"/>
              <a:t> 4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menghampiri</a:t>
            </a:r>
            <a:r>
              <a:rPr lang="en-US" sz="2400" dirty="0"/>
              <a:t> cos x, </a:t>
            </a:r>
            <a:r>
              <a:rPr lang="en-US" sz="2400" dirty="0" err="1"/>
              <a:t>e^x</a:t>
            </a:r>
            <a:r>
              <a:rPr lang="en-US" sz="2400" dirty="0"/>
              <a:t>, ln (x) , ln (x+1)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2. </a:t>
            </a:r>
            <a:r>
              <a:rPr lang="en-US" sz="2400" dirty="0" err="1"/>
              <a:t>Gunakan</a:t>
            </a:r>
            <a:r>
              <a:rPr lang="en-US" sz="2400" dirty="0"/>
              <a:t> </a:t>
            </a:r>
            <a:r>
              <a:rPr lang="en-US" sz="2400" dirty="0" err="1"/>
              <a:t>deret</a:t>
            </a:r>
            <a:r>
              <a:rPr lang="en-US" sz="2400" dirty="0"/>
              <a:t> Mac Laurin </a:t>
            </a:r>
            <a:r>
              <a:rPr lang="en-US" sz="2400" dirty="0" err="1"/>
              <a:t>orde</a:t>
            </a:r>
            <a:r>
              <a:rPr lang="en-US" sz="2400" dirty="0"/>
              <a:t> 4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menghampiri</a:t>
            </a:r>
            <a:r>
              <a:rPr lang="en-US" sz="2400" dirty="0"/>
              <a:t> ln(0,9) dan </a:t>
            </a:r>
            <a:r>
              <a:rPr lang="en-US" sz="2400" dirty="0" err="1"/>
              <a:t>beri-kan</a:t>
            </a:r>
            <a:r>
              <a:rPr lang="en-US" sz="2400" dirty="0"/>
              <a:t> </a:t>
            </a:r>
            <a:r>
              <a:rPr lang="en-US" sz="2400" dirty="0" err="1"/>
              <a:t>taksiran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galat</a:t>
            </a:r>
            <a:r>
              <a:rPr lang="en-US" sz="2400" dirty="0"/>
              <a:t> </a:t>
            </a:r>
            <a:r>
              <a:rPr lang="en-US" sz="2400" dirty="0" err="1"/>
              <a:t>maksimum</a:t>
            </a:r>
            <a:r>
              <a:rPr lang="en-US" sz="2400" dirty="0"/>
              <a:t> yang </a:t>
            </a:r>
            <a:r>
              <a:rPr lang="en-US" sz="2400" dirty="0" err="1"/>
              <a:t>dibuat</a:t>
            </a:r>
            <a:r>
              <a:rPr lang="en-US" sz="2400" dirty="0"/>
              <a:t> ! </a:t>
            </a:r>
          </a:p>
        </p:txBody>
      </p:sp>
    </p:spTree>
    <p:extLst>
      <p:ext uri="{BB962C8B-B14F-4D97-AF65-F5344CB8AC3E}">
        <p14:creationId xmlns:p14="http://schemas.microsoft.com/office/powerpoint/2010/main" val="2510542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177</Words>
  <Application>Microsoft Office PowerPoint</Application>
  <PresentationFormat>Widescreen</PresentationFormat>
  <Paragraphs>24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Calibri Light</vt:lpstr>
      <vt:lpstr>6_Office Theme</vt:lpstr>
      <vt:lpstr>7_Office Theme</vt:lpstr>
      <vt:lpstr>4_Office Theme</vt:lpstr>
      <vt:lpstr>3_Office Theme</vt:lpstr>
      <vt:lpstr>2_Office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wiwit kurniawan</cp:lastModifiedBy>
  <cp:revision>18</cp:revision>
  <dcterms:created xsi:type="dcterms:W3CDTF">2021-08-16T10:58:02Z</dcterms:created>
  <dcterms:modified xsi:type="dcterms:W3CDTF">2021-09-03T04:52:42Z</dcterms:modified>
</cp:coreProperties>
</file>