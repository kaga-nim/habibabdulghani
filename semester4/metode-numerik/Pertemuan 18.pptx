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notesMasterIdLst>
    <p:notesMasterId r:id="rId20"/>
  </p:notesMasterIdLst>
  <p:sldIdLst>
    <p:sldId id="258" r:id="rId8"/>
    <p:sldId id="257" r:id="rId9"/>
    <p:sldId id="286" r:id="rId10"/>
    <p:sldId id="343" r:id="rId11"/>
    <p:sldId id="351" r:id="rId12"/>
    <p:sldId id="352" r:id="rId13"/>
    <p:sldId id="311" r:id="rId14"/>
    <p:sldId id="348" r:id="rId15"/>
    <p:sldId id="349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9C41-3D6D-40DA-A817-544FF813B30C}" type="datetimeFigureOut">
              <a:rPr lang="en-ID" smtClean="0"/>
              <a:t>09/09/2021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010C8-ABB4-48BA-AA1C-2D0B09E87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9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D9D48E-EC15-454D-AFD8-DFA10B4F141B}"/>
              </a:ext>
            </a:extLst>
          </p:cNvPr>
          <p:cNvSpPr txBox="1">
            <a:spLocks/>
          </p:cNvSpPr>
          <p:nvPr/>
        </p:nvSpPr>
        <p:spPr>
          <a:xfrm>
            <a:off x="1709530" y="1350435"/>
            <a:ext cx="8713993" cy="2616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  <a:endParaRPr lang="en-GB" sz="48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FC42A2-1F0A-4C30-A0B1-C8DA61F0F7CD}"/>
              </a:ext>
            </a:extLst>
          </p:cNvPr>
          <p:cNvSpPr txBox="1">
            <a:spLocks/>
          </p:cNvSpPr>
          <p:nvPr/>
        </p:nvSpPr>
        <p:spPr>
          <a:xfrm>
            <a:off x="4192894" y="3238501"/>
            <a:ext cx="3321090" cy="72813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PERTEMUAN 18</a:t>
            </a:r>
            <a:endParaRPr lang="en-GB" sz="3600" b="1" dirty="0">
              <a:ln w="10160">
                <a:solidFill>
                  <a:schemeClr val="tx1"/>
                </a:solidFill>
                <a:prstDash val="solid"/>
              </a:ln>
              <a:solidFill>
                <a:schemeClr val="accent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1938435"/>
            <a:ext cx="10018713" cy="2614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4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PENYELESAIAN SISTEM PERSAMAAN LINIER DENGAN </a:t>
            </a:r>
            <a:r>
              <a:rPr lang="en-US" sz="4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METODE ELIMINASI GAUSS SEIDEL</a:t>
            </a:r>
          </a:p>
        </p:txBody>
      </p:sp>
    </p:spTree>
    <p:extLst>
      <p:ext uri="{BB962C8B-B14F-4D97-AF65-F5344CB8AC3E}">
        <p14:creationId xmlns:p14="http://schemas.microsoft.com/office/powerpoint/2010/main" val="167857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911CC-BFB2-4ECE-92D3-5E6530B52EC3}"/>
              </a:ext>
            </a:extLst>
          </p:cNvPr>
          <p:cNvSpPr txBox="1">
            <a:spLocks/>
          </p:cNvSpPr>
          <p:nvPr/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TUJUAN PEMBELAJARAN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6636F-1EA6-4076-8B2A-236A0A53817B}"/>
              </a:ext>
            </a:extLst>
          </p:cNvPr>
          <p:cNvSpPr txBox="1"/>
          <p:nvPr/>
        </p:nvSpPr>
        <p:spPr>
          <a:xfrm>
            <a:off x="4965432" y="2685440"/>
            <a:ext cx="6586489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sv-SE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Mampu menentukan Penyelesaian Sistem Persamaan Linier dengan Eliminasi Gauss Seidel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Bohlam putih dan satu bohlam warna kuning yang menonjol">
            <a:extLst>
              <a:ext uri="{FF2B5EF4-FFF2-40B4-BE49-F238E27FC236}">
                <a16:creationId xmlns:a16="http://schemas.microsoft.com/office/drawing/2014/main" id="{AEA41C7D-DF0B-4838-91EF-284290472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05" r="35375" b="-1"/>
          <a:stretch/>
        </p:blipFill>
        <p:spPr>
          <a:xfrm>
            <a:off x="20" y="10"/>
            <a:ext cx="4635571" cy="6361461"/>
          </a:xfrm>
          <a:prstGeom prst="rect">
            <a:avLst/>
          </a:prstGeom>
          <a:effectLst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BAB9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0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65D17CA-7650-4E3C-B43C-2FEE0B10F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604" y="2195608"/>
            <a:ext cx="1361082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6DEA3C-1F7E-4108-AF1C-A25806F1BB8E}"/>
              </a:ext>
            </a:extLst>
          </p:cNvPr>
          <p:cNvSpPr txBox="1">
            <a:spLocks/>
          </p:cNvSpPr>
          <p:nvPr/>
        </p:nvSpPr>
        <p:spPr>
          <a:xfrm>
            <a:off x="1175133" y="176013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METODE ELIMINASI GAUSS SEIDEL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E1772A-D4F6-4F09-BDC9-36938B841839}"/>
              </a:ext>
            </a:extLst>
          </p:cNvPr>
          <p:cNvSpPr/>
          <p:nvPr/>
        </p:nvSpPr>
        <p:spPr>
          <a:xfrm>
            <a:off x="10314039" y="3588774"/>
            <a:ext cx="639096" cy="353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53119D-2668-461B-BAF8-60FCA51B9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1095375"/>
            <a:ext cx="98393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5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D28E87-62D2-4602-B72F-5F74AA23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1915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14AB9F-5DBA-4433-B0FB-8E1C83F58F37}"/>
              </a:ext>
            </a:extLst>
          </p:cNvPr>
          <p:cNvSpPr txBox="1">
            <a:spLocks/>
          </p:cNvSpPr>
          <p:nvPr/>
        </p:nvSpPr>
        <p:spPr>
          <a:xfrm>
            <a:off x="838199" y="291090"/>
            <a:ext cx="10515599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METODE ELIMINASI GAUSS SEIDEL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D51A30-97E2-4215-947E-21C7DD1FE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108" y="2139351"/>
            <a:ext cx="7677782" cy="416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9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D28E87-62D2-4602-B72F-5F74AA23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1915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E51808-061D-4BD4-91EF-B68DD326F97F}"/>
              </a:ext>
            </a:extLst>
          </p:cNvPr>
          <p:cNvSpPr txBox="1">
            <a:spLocks/>
          </p:cNvSpPr>
          <p:nvPr/>
        </p:nvSpPr>
        <p:spPr>
          <a:xfrm>
            <a:off x="838199" y="291090"/>
            <a:ext cx="10515599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ALGORITMA METODE ELIMINASI GAUSS SEIDEL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583474-C63F-4058-B16D-2DA2AB731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631" y="2139351"/>
            <a:ext cx="6432736" cy="416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61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D28E87-62D2-4602-B72F-5F74AA23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1915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213F54-A4CB-405E-A095-713688CC81C7}"/>
              </a:ext>
            </a:extLst>
          </p:cNvPr>
          <p:cNvSpPr txBox="1">
            <a:spLocks/>
          </p:cNvSpPr>
          <p:nvPr/>
        </p:nvSpPr>
        <p:spPr>
          <a:xfrm>
            <a:off x="838199" y="291090"/>
            <a:ext cx="10515599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CONTOH SOAL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A4EBD7-5C2B-4957-AF24-2729CBD32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25291"/>
            <a:ext cx="10515599" cy="139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92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32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321732"/>
            <a:ext cx="7058307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CBAB33-36FD-4E80-80CD-0F7E25E2AF59}"/>
              </a:ext>
            </a:extLst>
          </p:cNvPr>
          <p:cNvSpPr txBox="1">
            <a:spLocks/>
          </p:cNvSpPr>
          <p:nvPr/>
        </p:nvSpPr>
        <p:spPr>
          <a:xfrm>
            <a:off x="524256" y="516804"/>
            <a:ext cx="6594189" cy="1625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PENYELESAIAN</a:t>
            </a:r>
          </a:p>
        </p:txBody>
      </p:sp>
      <p:sp>
        <p:nvSpPr>
          <p:cNvPr id="44" name="Rectangle 34">
            <a:extLst>
              <a:ext uri="{FF2B5EF4-FFF2-40B4-BE49-F238E27FC236}">
                <a16:creationId xmlns:a16="http://schemas.microsoft.com/office/drawing/2014/main" id="{36D30126-6314-4A93-B27E-5C66CF78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184" y="2432305"/>
            <a:ext cx="7056669" cy="4102852"/>
          </a:xfrm>
          <a:prstGeom prst="rect">
            <a:avLst/>
          </a:prstGeom>
          <a:solidFill>
            <a:srgbClr val="7F7F7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255987-DA88-4F14-B29C-07EDD4589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44" y="2978576"/>
            <a:ext cx="6579910" cy="3010308"/>
          </a:xfrm>
          <a:prstGeom prst="rect">
            <a:avLst/>
          </a:prstGeom>
        </p:spPr>
      </p:pic>
      <p:sp>
        <p:nvSpPr>
          <p:cNvPr id="45" name="Rectangle 36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C35B88-D6F9-474B-876A-F49F14964472}"/>
              </a:ext>
            </a:extLst>
          </p:cNvPr>
          <p:cNvSpPr txBox="1"/>
          <p:nvPr/>
        </p:nvSpPr>
        <p:spPr>
          <a:xfrm>
            <a:off x="7737987" y="917725"/>
            <a:ext cx="3716071" cy="4852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000" b="0" i="0" u="none" strike="noStrike" baseline="0" dirty="0">
                <a:solidFill>
                  <a:srgbClr val="FFFFFF"/>
                </a:solidFill>
              </a:rPr>
              <a:t>Nilai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iterasi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 ke-7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sudah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tidak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berbeda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jauh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dengan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nilai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iterasi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 ke-6,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maka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 proses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dihentikan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 dan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diperoleh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 </a:t>
            </a:r>
            <a:r>
              <a:rPr lang="en-US" sz="2000" b="0" i="0" u="none" strike="noStrike" baseline="0" dirty="0" err="1">
                <a:solidFill>
                  <a:srgbClr val="FFFFFF"/>
                </a:solidFill>
              </a:rPr>
              <a:t>penyelesaian</a:t>
            </a:r>
            <a:r>
              <a:rPr lang="en-US" sz="2000" b="0" i="0" u="none" strike="noStrike" baseline="0" dirty="0">
                <a:solidFill>
                  <a:srgbClr val="FFFFFF"/>
                </a:solidFill>
              </a:rPr>
              <a:t>.</a:t>
            </a: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225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CFE9EA-50D8-4028-BE42-DC2D813BE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251674"/>
            <a:ext cx="11548872" cy="1645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213F54-A4CB-405E-A095-713688CC81C7}"/>
              </a:ext>
            </a:extLst>
          </p:cNvPr>
          <p:cNvSpPr txBox="1">
            <a:spLocks/>
          </p:cNvSpPr>
          <p:nvPr/>
        </p:nvSpPr>
        <p:spPr>
          <a:xfrm>
            <a:off x="4379976" y="452842"/>
            <a:ext cx="6976872" cy="126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LATIHAN SOAL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218DD6-0CC7-465B-B80F-747F97B40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059936" y="623740"/>
            <a:ext cx="0" cy="9144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798782A-C650-440A-8B01-2315CE37ED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65" b="50043"/>
          <a:stretch/>
        </p:blipFill>
        <p:spPr>
          <a:xfrm>
            <a:off x="1945351" y="2537115"/>
            <a:ext cx="7638202" cy="15582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4C8A67-206D-4770-99FB-43BE0CD19365}"/>
              </a:ext>
            </a:extLst>
          </p:cNvPr>
          <p:cNvSpPr txBox="1"/>
          <p:nvPr/>
        </p:nvSpPr>
        <p:spPr>
          <a:xfrm>
            <a:off x="2276758" y="2363565"/>
            <a:ext cx="9527960" cy="598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sv-SE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Selesaiakan SPL berikut dengan menggunakan Metode Eliminasi Gauss Seidel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495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72</Words>
  <Application>Microsoft Office PowerPoint</Application>
  <PresentationFormat>Widescreen</PresentationFormat>
  <Paragraphs>14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wiwit kurniawan</cp:lastModifiedBy>
  <cp:revision>40</cp:revision>
  <dcterms:created xsi:type="dcterms:W3CDTF">2021-08-16T10:58:02Z</dcterms:created>
  <dcterms:modified xsi:type="dcterms:W3CDTF">2021-09-09T12:33:51Z</dcterms:modified>
</cp:coreProperties>
</file>