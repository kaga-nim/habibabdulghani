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notesMasterIdLst>
    <p:notesMasterId r:id="rId22"/>
  </p:notesMasterIdLst>
  <p:sldIdLst>
    <p:sldId id="258" r:id="rId8"/>
    <p:sldId id="257" r:id="rId9"/>
    <p:sldId id="286" r:id="rId10"/>
    <p:sldId id="347" r:id="rId11"/>
    <p:sldId id="343" r:id="rId12"/>
    <p:sldId id="344" r:id="rId13"/>
    <p:sldId id="345" r:id="rId14"/>
    <p:sldId id="311" r:id="rId15"/>
    <p:sldId id="348" r:id="rId16"/>
    <p:sldId id="335" r:id="rId17"/>
    <p:sldId id="349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-378" y="-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9C41-3D6D-40DA-A817-544FF813B30C}" type="datetimeFigureOut">
              <a:rPr lang="en-ID" smtClean="0"/>
              <a:t>20/06/2025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010C8-ABB4-48BA-AA1C-2D0B09E87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96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2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1ED9D48E-EC15-454D-AFD8-DFA10B4F141B}"/>
              </a:ext>
            </a:extLst>
          </p:cNvPr>
          <p:cNvSpPr txBox="1">
            <a:spLocks/>
          </p:cNvSpPr>
          <p:nvPr/>
        </p:nvSpPr>
        <p:spPr>
          <a:xfrm>
            <a:off x="1709530" y="1350435"/>
            <a:ext cx="8713993" cy="2616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METODE NUMERIK</a:t>
            </a:r>
            <a:endParaRPr lang="en-GB" sz="48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15FC42A2-1F0A-4C30-A0B1-C8DA61F0F7CD}"/>
              </a:ext>
            </a:extLst>
          </p:cNvPr>
          <p:cNvSpPr txBox="1">
            <a:spLocks/>
          </p:cNvSpPr>
          <p:nvPr/>
        </p:nvSpPr>
        <p:spPr>
          <a:xfrm>
            <a:off x="4192894" y="3238501"/>
            <a:ext cx="3321090" cy="72813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3600" b="1" dirty="0">
              <a:ln w="10160">
                <a:solidFill>
                  <a:schemeClr val="tx1"/>
                </a:solidFill>
                <a:prstDash val="solid"/>
              </a:ln>
              <a:solidFill>
                <a:schemeClr val="accent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1938435"/>
            <a:ext cx="10018713" cy="2614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4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PENYELESAIAN SISTEM PERSAMAAN LINIER DENGAN METODE ELIMINASI GAUSS</a:t>
            </a:r>
            <a:endParaRPr lang="en-US" sz="4000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57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1911CC-BFB2-4ECE-92D3-5E6530B52EC3}"/>
              </a:ext>
            </a:extLst>
          </p:cNvPr>
          <p:cNvSpPr txBox="1">
            <a:spLocks/>
          </p:cNvSpPr>
          <p:nvPr/>
        </p:nvSpPr>
        <p:spPr>
          <a:xfrm>
            <a:off x="4965430" y="629268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TUJUAN PEMBELAJARAN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486636F-1EA6-4076-8B2A-236A0A53817B}"/>
              </a:ext>
            </a:extLst>
          </p:cNvPr>
          <p:cNvSpPr txBox="1"/>
          <p:nvPr/>
        </p:nvSpPr>
        <p:spPr>
          <a:xfrm>
            <a:off x="4965432" y="2685440"/>
            <a:ext cx="6586489" cy="990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sv-SE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Mampu menentukan Penyelesaian Sistem Persamaan Linier dengan Eliminasi Gauss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Bohlam putih dan satu bohlam warna kuning yang menonjol">
            <a:extLst>
              <a:ext uri="{FF2B5EF4-FFF2-40B4-BE49-F238E27FC236}">
                <a16:creationId xmlns="" xmlns:a16="http://schemas.microsoft.com/office/drawing/2014/main" id="{AEA41C7D-DF0B-4838-91EF-284290472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05" r="35375" b="-1"/>
          <a:stretch/>
        </p:blipFill>
        <p:spPr>
          <a:xfrm>
            <a:off x="20" y="10"/>
            <a:ext cx="4635571" cy="6361461"/>
          </a:xfrm>
          <a:prstGeom prst="rect">
            <a:avLst/>
          </a:prstGeom>
          <a:effectLst/>
        </p:spPr>
      </p:pic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A7F400EE-A8A5-48AF-B4D6-291B52C6F0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BAB9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0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823AC064-BC96-4F32-8AE1-B2FD3875482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BEC13194-F4E2-43D7-93D2-613D45292A93}"/>
              </a:ext>
            </a:extLst>
          </p:cNvPr>
          <p:cNvSpPr txBox="1">
            <a:spLocks/>
          </p:cNvSpPr>
          <p:nvPr/>
        </p:nvSpPr>
        <p:spPr>
          <a:xfrm>
            <a:off x="546351" y="433545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METODE ELIMINASI GAUSS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7E7C77BC-7138-40B1-A15B-20F57A49462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61957AE-B68C-4054-88DB-3F5C573F3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67" y="3156155"/>
            <a:ext cx="5455917" cy="231974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DB146403-F3D6-484B-B2ED-97F9565D03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E974E9B-A2BF-4A7B-959D-A13D5A03E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073" y="3375372"/>
            <a:ext cx="5455917" cy="158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9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="" xmlns:a16="http://schemas.microsoft.com/office/drawing/2014/main" id="{565D17CA-7650-4E3C-B43C-2FEE0B10F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604" y="2195608"/>
            <a:ext cx="1361082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E96DEA3C-1F7E-4108-AF1C-A25806F1BB8E}"/>
              </a:ext>
            </a:extLst>
          </p:cNvPr>
          <p:cNvSpPr txBox="1">
            <a:spLocks/>
          </p:cNvSpPr>
          <p:nvPr/>
        </p:nvSpPr>
        <p:spPr>
          <a:xfrm>
            <a:off x="1175133" y="176013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METODE ELIMINASI GAUSS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4E1772A-D4F6-4F09-BDC9-36938B841839}"/>
              </a:ext>
            </a:extLst>
          </p:cNvPr>
          <p:cNvSpPr/>
          <p:nvPr/>
        </p:nvSpPr>
        <p:spPr>
          <a:xfrm>
            <a:off x="10314039" y="3588774"/>
            <a:ext cx="639096" cy="353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9D183D2-03E2-4ACA-A2A0-6E22FD9D5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1050361"/>
            <a:ext cx="889635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5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0AFAC63-D84E-4380-8E01-FD9F05218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952500"/>
            <a:ext cx="10506075" cy="4953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="" xmlns:a16="http://schemas.microsoft.com/office/drawing/2014/main" id="{C5E4D101-33BF-4F46-95C0-CF4CCB2F0B7F}"/>
              </a:ext>
            </a:extLst>
          </p:cNvPr>
          <p:cNvSpPr txBox="1">
            <a:spLocks/>
          </p:cNvSpPr>
          <p:nvPr/>
        </p:nvSpPr>
        <p:spPr>
          <a:xfrm>
            <a:off x="1175133" y="176013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SOLUSI SPL METODE ELIMINASI GAUSS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661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4B52BD9-ED05-4106-8D7C-EB770B32E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787" y="1109662"/>
            <a:ext cx="797242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C6213F54-A4CB-405E-A095-713688CC81C7}"/>
              </a:ext>
            </a:extLst>
          </p:cNvPr>
          <p:cNvSpPr txBox="1">
            <a:spLocks/>
          </p:cNvSpPr>
          <p:nvPr/>
        </p:nvSpPr>
        <p:spPr>
          <a:xfrm>
            <a:off x="1086643" y="407848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5FD422CE-26D8-438A-90FA-D00ABF6E2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745" y="1818353"/>
            <a:ext cx="484822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92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43F5213-5530-4B0E-B17C-D298A5842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162" y="2888073"/>
            <a:ext cx="7258050" cy="212407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8DCBAB33-36FD-4E80-80CD-0F7E25E2AF59}"/>
              </a:ext>
            </a:extLst>
          </p:cNvPr>
          <p:cNvSpPr txBox="1">
            <a:spLocks/>
          </p:cNvSpPr>
          <p:nvPr/>
        </p:nvSpPr>
        <p:spPr>
          <a:xfrm>
            <a:off x="978487" y="948823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PENYELESAIAN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225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369F69-26BD-4614-BD67-3C8E3AB471A7}"/>
              </a:ext>
            </a:extLst>
          </p:cNvPr>
          <p:cNvSpPr txBox="1">
            <a:spLocks/>
          </p:cNvSpPr>
          <p:nvPr/>
        </p:nvSpPr>
        <p:spPr>
          <a:xfrm>
            <a:off x="1086642" y="221236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PENYELESAIAN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C4CC2E4A-BFB7-44D1-A53D-FC49D8DAF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2" y="1409700"/>
            <a:ext cx="1058227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453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1CFE9EA-50D8-4028-BE42-DC2D813BEA6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ltGray">
          <a:xfrm>
            <a:off x="321564" y="251674"/>
            <a:ext cx="11548872" cy="1645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C6213F54-A4CB-405E-A095-713688CC81C7}"/>
              </a:ext>
            </a:extLst>
          </p:cNvPr>
          <p:cNvSpPr txBox="1">
            <a:spLocks/>
          </p:cNvSpPr>
          <p:nvPr/>
        </p:nvSpPr>
        <p:spPr>
          <a:xfrm>
            <a:off x="4379976" y="452842"/>
            <a:ext cx="6976872" cy="126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LATIHAN SOAL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9A218DD6-0CC7-465B-B80F-747F97B4021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V="1">
            <a:off x="4059936" y="623740"/>
            <a:ext cx="0" cy="914400"/>
          </a:xfrm>
          <a:prstGeom prst="line">
            <a:avLst/>
          </a:prstGeom>
          <a:ln w="190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61D4D54-3840-4E32-AD0A-E8E1416E32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239"/>
          <a:stretch/>
        </p:blipFill>
        <p:spPr>
          <a:xfrm>
            <a:off x="2454233" y="2150036"/>
            <a:ext cx="7283533" cy="226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495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39</Words>
  <Application>Microsoft Office PowerPoint</Application>
  <PresentationFormat>Custom</PresentationFormat>
  <Paragraphs>12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Asus</cp:lastModifiedBy>
  <cp:revision>38</cp:revision>
  <dcterms:created xsi:type="dcterms:W3CDTF">2021-08-16T10:58:02Z</dcterms:created>
  <dcterms:modified xsi:type="dcterms:W3CDTF">2025-06-20T11:23:24Z</dcterms:modified>
</cp:coreProperties>
</file>