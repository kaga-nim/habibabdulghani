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7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3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9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3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7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3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4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1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EBDCA-EA47-4A2D-AA8C-89724FD919F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BD905-C959-4E8F-96F8-771AB00D6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9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Numerik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6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Iteratif</a:t>
            </a:r>
            <a:r>
              <a:rPr lang="en-US" dirty="0" smtClean="0"/>
              <a:t> Gauss-Seidel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Gauss-Seidel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numerik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mencari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linear.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pendekatan</a:t>
            </a:r>
            <a:r>
              <a:rPr lang="en-US" dirty="0" smtClean="0"/>
              <a:t> </a:t>
            </a:r>
            <a:r>
              <a:rPr lang="en-US" dirty="0" err="1" smtClean="0"/>
              <a:t>pengulangan</a:t>
            </a:r>
            <a:r>
              <a:rPr lang="en-US" dirty="0" smtClean="0"/>
              <a:t> (</a:t>
            </a:r>
            <a:r>
              <a:rPr lang="en-US" dirty="0" err="1" smtClean="0"/>
              <a:t>iterasi</a:t>
            </a:r>
            <a:r>
              <a:rPr lang="en-US" dirty="0" smtClean="0"/>
              <a:t>)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menebak</a:t>
            </a:r>
            <a:r>
              <a:rPr lang="en-US" dirty="0" smtClean="0"/>
              <a:t> </a:t>
            </a:r>
            <a:r>
              <a:rPr lang="en-US" dirty="0" err="1" smtClean="0"/>
              <a:t>solusi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, </a:t>
            </a:r>
            <a:r>
              <a:rPr lang="en-US" dirty="0" err="1" smtClean="0"/>
              <a:t>lalu</a:t>
            </a:r>
            <a:r>
              <a:rPr lang="en-US" dirty="0" smtClean="0"/>
              <a:t> </a:t>
            </a:r>
            <a:r>
              <a:rPr lang="en-US" dirty="0" err="1" smtClean="0"/>
              <a:t>memperbaikinya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bertahap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38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Iteratif</a:t>
            </a:r>
            <a:r>
              <a:rPr lang="en-US" dirty="0" smtClean="0"/>
              <a:t> Gauss-Seidel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Dimulai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tebakan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variabel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Nilai-nilai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diperbarui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perhitungan</a:t>
            </a:r>
            <a:r>
              <a:rPr lang="en-US" dirty="0" smtClean="0"/>
              <a:t> </a:t>
            </a:r>
            <a:r>
              <a:rPr lang="en-US" dirty="0" err="1" smtClean="0"/>
              <a:t>selanjutnya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Proses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diulang</a:t>
            </a:r>
            <a:r>
              <a:rPr lang="en-US" dirty="0" smtClean="0"/>
              <a:t> </a:t>
            </a:r>
            <a:r>
              <a:rPr lang="en-US" dirty="0" err="1" smtClean="0"/>
              <a:t>sampai</a:t>
            </a:r>
            <a:r>
              <a:rPr lang="en-US" dirty="0" smtClean="0"/>
              <a:t> </a:t>
            </a:r>
            <a:r>
              <a:rPr lang="en-US" dirty="0" err="1" smtClean="0"/>
              <a:t>hasilnya</a:t>
            </a:r>
            <a:r>
              <a:rPr lang="en-US" dirty="0" smtClean="0"/>
              <a:t> </a:t>
            </a:r>
            <a:r>
              <a:rPr lang="en-US" dirty="0" err="1" smtClean="0"/>
              <a:t>stabil</a:t>
            </a:r>
            <a:r>
              <a:rPr lang="en-US" dirty="0" smtClean="0"/>
              <a:t> (</a:t>
            </a:r>
            <a:r>
              <a:rPr lang="en-US" dirty="0" err="1" smtClean="0"/>
              <a:t>konvergen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terlalu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kompleks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diselesaikan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diprogram</a:t>
            </a:r>
            <a:r>
              <a:rPr lang="en-US" dirty="0" smtClean="0"/>
              <a:t> di </a:t>
            </a:r>
            <a:r>
              <a:rPr lang="en-US" dirty="0" err="1" smtClean="0"/>
              <a:t>komputer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84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Deret</a:t>
            </a:r>
            <a:r>
              <a:rPr lang="en-US" dirty="0" smtClean="0"/>
              <a:t> </a:t>
            </a:r>
            <a:r>
              <a:rPr lang="en-US" dirty="0" err="1" smtClean="0"/>
              <a:t>Maclaurin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Deret</a:t>
            </a:r>
            <a:r>
              <a:rPr lang="en-US" dirty="0" smtClean="0"/>
              <a:t> </a:t>
            </a:r>
            <a:r>
              <a:rPr lang="en-US" dirty="0" err="1" smtClean="0"/>
              <a:t>Maclaurin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mendekati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rumit</a:t>
            </a:r>
            <a:r>
              <a:rPr lang="en-US" dirty="0" smtClean="0"/>
              <a:t> (</a:t>
            </a:r>
            <a:r>
              <a:rPr lang="en-US" dirty="0" err="1" smtClean="0"/>
              <a:t>seperti</a:t>
            </a:r>
            <a:r>
              <a:rPr lang="en-US" dirty="0" smtClean="0"/>
              <a:t> sin, </a:t>
            </a:r>
            <a:r>
              <a:rPr lang="en-US" dirty="0" err="1" smtClean="0"/>
              <a:t>cos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log)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sederhana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penjumlahan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suku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6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Deret</a:t>
            </a:r>
            <a:r>
              <a:rPr lang="en-US" dirty="0" smtClean="0"/>
              <a:t> </a:t>
            </a:r>
            <a:r>
              <a:rPr lang="en-US" dirty="0" err="1" smtClean="0"/>
              <a:t>Maclaurin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kompleks</a:t>
            </a:r>
            <a:r>
              <a:rPr lang="en-US" dirty="0" smtClean="0"/>
              <a:t> </a:t>
            </a:r>
            <a:r>
              <a:rPr lang="en-US" dirty="0" err="1" smtClean="0"/>
              <a:t>diuraikan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deret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barisan</a:t>
            </a:r>
            <a:r>
              <a:rPr lang="en-US" dirty="0" smtClean="0"/>
              <a:t> </a:t>
            </a:r>
            <a:r>
              <a:rPr lang="en-US" dirty="0" err="1" smtClean="0"/>
              <a:t>bilangan</a:t>
            </a:r>
            <a:r>
              <a:rPr lang="en-US" dirty="0" smtClean="0"/>
              <a:t>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mudah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Semakin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suku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r>
              <a:rPr lang="en-US" dirty="0" smtClean="0"/>
              <a:t>, </a:t>
            </a:r>
            <a:r>
              <a:rPr lang="en-US" dirty="0" err="1" smtClean="0"/>
              <a:t>semakin</a:t>
            </a:r>
            <a:r>
              <a:rPr lang="en-US" dirty="0" smtClean="0"/>
              <a:t> </a:t>
            </a:r>
            <a:r>
              <a:rPr lang="en-US" dirty="0" err="1" smtClean="0"/>
              <a:t>akurat</a:t>
            </a:r>
            <a:r>
              <a:rPr lang="en-US" dirty="0" smtClean="0"/>
              <a:t> </a:t>
            </a:r>
            <a:r>
              <a:rPr lang="en-US" dirty="0" err="1" smtClean="0"/>
              <a:t>hasilnya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sulit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pengembangan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polinomial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Interpolasi</a:t>
            </a:r>
            <a:r>
              <a:rPr lang="en-US" dirty="0" smtClean="0"/>
              <a:t> Newton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memperkirakan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di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titik-titik</a:t>
            </a:r>
            <a:r>
              <a:rPr lang="en-US" dirty="0" smtClean="0"/>
              <a:t> data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diketahui</a:t>
            </a:r>
            <a:r>
              <a:rPr lang="en-US" dirty="0" smtClean="0"/>
              <a:t>. </a:t>
            </a:r>
            <a:r>
              <a:rPr lang="en-US" dirty="0" err="1" smtClean="0"/>
              <a:t>Misalnya</a:t>
            </a:r>
            <a:r>
              <a:rPr lang="en-US" dirty="0" smtClean="0"/>
              <a:t>,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kamu</a:t>
            </a:r>
            <a:r>
              <a:rPr lang="en-US" dirty="0" smtClean="0"/>
              <a:t> </a:t>
            </a:r>
            <a:r>
              <a:rPr lang="en-US" dirty="0" err="1" smtClean="0"/>
              <a:t>punya</a:t>
            </a:r>
            <a:r>
              <a:rPr lang="en-US" dirty="0" smtClean="0"/>
              <a:t> data </a:t>
            </a:r>
            <a:r>
              <a:rPr lang="en-US" dirty="0" err="1" smtClean="0"/>
              <a:t>tahun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suhu</a:t>
            </a:r>
            <a:r>
              <a:rPr lang="en-US" dirty="0" smtClean="0"/>
              <a:t>, </a:t>
            </a:r>
            <a:r>
              <a:rPr lang="en-US" dirty="0" err="1" smtClean="0"/>
              <a:t>kamu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tebak</a:t>
            </a:r>
            <a:r>
              <a:rPr lang="en-US" dirty="0" smtClean="0"/>
              <a:t> </a:t>
            </a:r>
            <a:r>
              <a:rPr lang="en-US" dirty="0" err="1" smtClean="0"/>
              <a:t>suhu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tahun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datanya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Interpolasi</a:t>
            </a:r>
            <a:r>
              <a:rPr lang="en-US" dirty="0" smtClean="0"/>
              <a:t> Newton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smtClean="0"/>
              <a:t>Data yang </a:t>
            </a:r>
            <a:r>
              <a:rPr lang="en-US" dirty="0" err="1" smtClean="0"/>
              <a:t>diketahui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polinomial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Polinomial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memperkirakan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di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titik-titik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ingin</a:t>
            </a:r>
            <a:r>
              <a:rPr lang="en-US" dirty="0" smtClean="0"/>
              <a:t> </a:t>
            </a:r>
            <a:r>
              <a:rPr lang="en-US" dirty="0" err="1" smtClean="0"/>
              <a:t>mengisi</a:t>
            </a:r>
            <a:r>
              <a:rPr lang="en-US" dirty="0" smtClean="0"/>
              <a:t> data yang </a:t>
            </a:r>
            <a:r>
              <a:rPr lang="en-US" dirty="0" err="1" smtClean="0"/>
              <a:t>hilang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ingin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di </a:t>
            </a:r>
            <a:r>
              <a:rPr lang="en-US" dirty="0" err="1" smtClean="0"/>
              <a:t>antara</a:t>
            </a:r>
            <a:r>
              <a:rPr lang="en-US" dirty="0" smtClean="0"/>
              <a:t> data </a:t>
            </a:r>
            <a:r>
              <a:rPr lang="en-US" dirty="0" err="1" smtClean="0"/>
              <a:t>tanpa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mengukur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9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Midpoint (</a:t>
            </a:r>
            <a:r>
              <a:rPr lang="en-US" dirty="0" err="1" smtClean="0"/>
              <a:t>Titik</a:t>
            </a:r>
            <a:r>
              <a:rPr lang="en-US" dirty="0" smtClean="0"/>
              <a:t> Tengah)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Metode</a:t>
            </a:r>
            <a:r>
              <a:rPr lang="en-US" dirty="0" smtClean="0"/>
              <a:t> Midpoint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luas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kurva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grafik</a:t>
            </a:r>
            <a:r>
              <a:rPr lang="en-US" dirty="0" smtClean="0"/>
              <a:t> (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integral)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memperkirakan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di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tengah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interval.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7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Midpoint (</a:t>
            </a:r>
            <a:r>
              <a:rPr lang="en-US" dirty="0" err="1" smtClean="0"/>
              <a:t>Titik</a:t>
            </a:r>
            <a:r>
              <a:rPr lang="en-US" dirty="0" smtClean="0"/>
              <a:t> Tengah)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Ambil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tengah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interval </a:t>
            </a:r>
            <a:r>
              <a:rPr lang="en-US" dirty="0" err="1" smtClean="0"/>
              <a:t>tertentu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Hitung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di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pendekatan</a:t>
            </a:r>
            <a:r>
              <a:rPr lang="en-US" dirty="0" smtClean="0"/>
              <a:t> rata-rata.</a:t>
            </a:r>
          </a:p>
          <a:p>
            <a:r>
              <a:rPr lang="en-US" dirty="0" err="1" smtClean="0"/>
              <a:t>Kalikan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panjang</a:t>
            </a:r>
            <a:r>
              <a:rPr lang="en-US" dirty="0" smtClean="0"/>
              <a:t> interval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luas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integral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sederhana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alternatif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cukup</a:t>
            </a:r>
            <a:r>
              <a:rPr lang="en-US" dirty="0" smtClean="0"/>
              <a:t> </a:t>
            </a:r>
            <a:r>
              <a:rPr lang="en-US" dirty="0" err="1" smtClean="0"/>
              <a:t>akurat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halus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79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Trapezoidal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luas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kurva</a:t>
            </a:r>
            <a:r>
              <a:rPr lang="en-US" dirty="0" smtClean="0"/>
              <a:t>, </a:t>
            </a:r>
            <a:r>
              <a:rPr lang="en-US" dirty="0" err="1" smtClean="0"/>
              <a:t>tapi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menganggap</a:t>
            </a:r>
            <a:r>
              <a:rPr lang="en-US" dirty="0" smtClean="0"/>
              <a:t> area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kurva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trapesium</a:t>
            </a:r>
            <a:r>
              <a:rPr lang="en-US" dirty="0" smtClean="0"/>
              <a:t> (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persegi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tengah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82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Trapezoidal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Hubungkan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di </a:t>
            </a:r>
            <a:r>
              <a:rPr lang="en-US" dirty="0" err="1" smtClean="0"/>
              <a:t>grafik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trapesium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Luas</a:t>
            </a:r>
            <a:r>
              <a:rPr lang="en-US" dirty="0" smtClean="0"/>
              <a:t> </a:t>
            </a:r>
            <a:r>
              <a:rPr lang="en-US" dirty="0" err="1" smtClean="0"/>
              <a:t>trapesium</a:t>
            </a:r>
            <a:r>
              <a:rPr lang="en-US" dirty="0" smtClean="0"/>
              <a:t> </a:t>
            </a:r>
            <a:r>
              <a:rPr lang="en-US" dirty="0" err="1" smtClean="0"/>
              <a:t>dipakai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mendekati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integral.</a:t>
            </a:r>
          </a:p>
          <a:p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dibagi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trapesium</a:t>
            </a:r>
            <a:r>
              <a:rPr lang="en-US" dirty="0" smtClean="0"/>
              <a:t> agar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akurat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ingin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integral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akurasi</a:t>
            </a:r>
            <a:r>
              <a:rPr lang="en-US" dirty="0" smtClean="0"/>
              <a:t> </a:t>
            </a:r>
            <a:r>
              <a:rPr lang="en-US" dirty="0" err="1" smtClean="0"/>
              <a:t>menengah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terlalu</a:t>
            </a:r>
            <a:r>
              <a:rPr lang="en-US" dirty="0" smtClean="0"/>
              <a:t> </a:t>
            </a:r>
            <a:r>
              <a:rPr lang="en-US" dirty="0" err="1" smtClean="0"/>
              <a:t>berubah-ubah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tajam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7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Simpson 1/3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mendekati</a:t>
            </a:r>
            <a:r>
              <a:rPr lang="en-US" dirty="0" smtClean="0"/>
              <a:t> </a:t>
            </a:r>
            <a:r>
              <a:rPr lang="en-US" dirty="0" err="1" smtClean="0"/>
              <a:t>luas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kurva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parabola (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garis</a:t>
            </a:r>
            <a:r>
              <a:rPr lang="en-US" dirty="0" smtClean="0"/>
              <a:t> </a:t>
            </a:r>
            <a:r>
              <a:rPr lang="en-US" dirty="0" err="1" smtClean="0"/>
              <a:t>lurus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trapesium</a:t>
            </a:r>
            <a:r>
              <a:rPr lang="en-US" dirty="0" smtClean="0"/>
              <a:t>).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akurat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yang </a:t>
            </a:r>
            <a:r>
              <a:rPr lang="en-US" dirty="0" err="1" smtClean="0"/>
              <a:t>melengkung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1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Simpson 1/3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Bagi</a:t>
            </a:r>
            <a:r>
              <a:rPr lang="en-US" dirty="0" smtClean="0"/>
              <a:t> interval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yang </a:t>
            </a:r>
            <a:r>
              <a:rPr lang="en-US" dirty="0" err="1" smtClean="0"/>
              <a:t>genap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Gunakan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, </a:t>
            </a:r>
            <a:r>
              <a:rPr lang="en-US" dirty="0" err="1" smtClean="0"/>
              <a:t>tengah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membentuk</a:t>
            </a:r>
            <a:r>
              <a:rPr lang="en-US" dirty="0" smtClean="0"/>
              <a:t> parabola.</a:t>
            </a:r>
          </a:p>
          <a:p>
            <a:r>
              <a:rPr lang="en-US" dirty="0" err="1" smtClean="0"/>
              <a:t>Hitung</a:t>
            </a:r>
            <a:r>
              <a:rPr lang="en-US" dirty="0" smtClean="0"/>
              <a:t> </a:t>
            </a:r>
            <a:r>
              <a:rPr lang="en-US" dirty="0" err="1" smtClean="0"/>
              <a:t>luas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parabola </a:t>
            </a:r>
            <a:r>
              <a:rPr lang="en-US" dirty="0" err="1" smtClean="0"/>
              <a:t>tersebut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fungsi-fungsi</a:t>
            </a:r>
            <a:r>
              <a:rPr lang="en-US" dirty="0" smtClean="0"/>
              <a:t> yang </a:t>
            </a:r>
            <a:r>
              <a:rPr lang="en-US" dirty="0" err="1" smtClean="0"/>
              <a:t>melengkung</a:t>
            </a:r>
            <a:r>
              <a:rPr lang="en-US" dirty="0" smtClean="0"/>
              <a:t> </a:t>
            </a:r>
            <a:r>
              <a:rPr lang="en-US" dirty="0" err="1" smtClean="0"/>
              <a:t>lembut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butuh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integral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akurasi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6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Simpson 3/8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mirip</a:t>
            </a:r>
            <a:r>
              <a:rPr lang="en-US" dirty="0" smtClean="0"/>
              <a:t> Simpson 1/3, </a:t>
            </a:r>
            <a:r>
              <a:rPr lang="en-US" dirty="0" err="1" smtClean="0"/>
              <a:t>tetapi</a:t>
            </a:r>
            <a:r>
              <a:rPr lang="en-US" dirty="0" smtClean="0"/>
              <a:t> </a:t>
            </a:r>
            <a:r>
              <a:rPr lang="en-US" dirty="0" err="1" smtClean="0"/>
              <a:t>membagi</a:t>
            </a:r>
            <a:r>
              <a:rPr lang="en-US" dirty="0" smtClean="0"/>
              <a:t> interval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. </a:t>
            </a:r>
            <a:r>
              <a:rPr lang="en-US" dirty="0" err="1" smtClean="0"/>
              <a:t>Pendekatannya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kompleks</a:t>
            </a:r>
            <a:r>
              <a:rPr lang="en-US" dirty="0" smtClean="0"/>
              <a:t>, </a:t>
            </a:r>
            <a:r>
              <a:rPr lang="en-US" dirty="0" err="1" smtClean="0"/>
              <a:t>namun</a:t>
            </a:r>
            <a:r>
              <a:rPr lang="en-US" dirty="0" smtClean="0"/>
              <a:t> </a:t>
            </a:r>
            <a:r>
              <a:rPr lang="en-US" dirty="0" err="1" smtClean="0"/>
              <a:t>kadang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akurat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kurva</a:t>
            </a:r>
            <a:r>
              <a:rPr lang="en-US" dirty="0" smtClean="0"/>
              <a:t> </a:t>
            </a:r>
            <a:r>
              <a:rPr lang="en-US" dirty="0" err="1" smtClean="0"/>
              <a:t>tertentu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Simpson 3/8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Cara </a:t>
            </a:r>
            <a:r>
              <a:rPr lang="en-US" b="1" dirty="0" err="1" smtClean="0"/>
              <a:t>kerja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Gunakan</a:t>
            </a:r>
            <a:r>
              <a:rPr lang="en-US" dirty="0" smtClean="0"/>
              <a:t> </a:t>
            </a:r>
            <a:r>
              <a:rPr lang="en-US" dirty="0" err="1" smtClean="0"/>
              <a:t>empat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(</a:t>
            </a:r>
            <a:r>
              <a:rPr lang="en-US" dirty="0" err="1" smtClean="0"/>
              <a:t>awal</a:t>
            </a:r>
            <a:r>
              <a:rPr lang="en-US" dirty="0" smtClean="0"/>
              <a:t>,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tengah</a:t>
            </a:r>
            <a:r>
              <a:rPr lang="en-US" dirty="0" smtClean="0"/>
              <a:t>, </a:t>
            </a:r>
            <a:r>
              <a:rPr lang="en-US" dirty="0" err="1" smtClean="0"/>
              <a:t>akhir</a:t>
            </a:r>
            <a:r>
              <a:rPr lang="en-US" dirty="0" smtClean="0"/>
              <a:t>)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membentuk</a:t>
            </a:r>
            <a:r>
              <a:rPr lang="en-US" dirty="0" smtClean="0"/>
              <a:t> </a:t>
            </a:r>
            <a:r>
              <a:rPr lang="en-US" dirty="0" err="1" smtClean="0"/>
              <a:t>pendekatan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dirty="0" err="1" smtClean="0"/>
              <a:t>dibagi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kelipatan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Kapan</a:t>
            </a:r>
            <a:r>
              <a:rPr lang="en-US" b="1" dirty="0" smtClean="0"/>
              <a:t> </a:t>
            </a:r>
            <a:r>
              <a:rPr lang="en-US" b="1" dirty="0" err="1" smtClean="0"/>
              <a:t>digunakan</a:t>
            </a:r>
            <a:r>
              <a:rPr lang="en-US" b="1" dirty="0" smtClean="0"/>
              <a:t>:</a:t>
            </a:r>
            <a:endParaRPr lang="en-US" dirty="0" smtClean="0"/>
          </a:p>
          <a:p>
            <a:r>
              <a:rPr lang="en-US" dirty="0" err="1" smtClean="0"/>
              <a:t>Saat</a:t>
            </a:r>
            <a:r>
              <a:rPr lang="en-US" dirty="0" smtClean="0"/>
              <a:t> Simpson 1/3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(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bagian</a:t>
            </a:r>
            <a:r>
              <a:rPr lang="en-US" dirty="0" smtClean="0"/>
              <a:t> </a:t>
            </a:r>
            <a:r>
              <a:rPr lang="en-US" dirty="0" err="1" smtClean="0"/>
              <a:t>bukan</a:t>
            </a:r>
            <a:r>
              <a:rPr lang="en-US" dirty="0" smtClean="0"/>
              <a:t> </a:t>
            </a:r>
            <a:r>
              <a:rPr lang="en-US" dirty="0" err="1" smtClean="0"/>
              <a:t>genap</a:t>
            </a:r>
            <a:r>
              <a:rPr lang="en-US" dirty="0" smtClean="0"/>
              <a:t> </a:t>
            </a:r>
            <a:r>
              <a:rPr lang="en-US" dirty="0" err="1" smtClean="0"/>
              <a:t>tapi</a:t>
            </a:r>
            <a:r>
              <a:rPr lang="en-US" dirty="0" smtClean="0"/>
              <a:t> </a:t>
            </a:r>
            <a:r>
              <a:rPr lang="en-US" dirty="0" err="1" smtClean="0"/>
              <a:t>kelipatan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dibutuhkan</a:t>
            </a:r>
            <a:r>
              <a:rPr lang="en-US" dirty="0" smtClean="0"/>
              <a:t> </a:t>
            </a:r>
            <a:r>
              <a:rPr lang="en-US" dirty="0" err="1" smtClean="0"/>
              <a:t>akurasi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rumit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9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71800"/>
            <a:ext cx="8229600" cy="1143000"/>
          </a:xfrm>
        </p:spPr>
        <p:txBody>
          <a:bodyPr/>
          <a:lstStyle/>
          <a:p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5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601</Words>
  <Application>Microsoft Office PowerPoint</Application>
  <PresentationFormat>On-screen Show (4:3)</PresentationFormat>
  <Paragraphs>69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Metode Numerik</vt:lpstr>
      <vt:lpstr>Metode Iteratif Gauss-Seidel</vt:lpstr>
      <vt:lpstr>Metode Iteratif Gauss-Seidel</vt:lpstr>
      <vt:lpstr>Metode Deret Maclaurin</vt:lpstr>
      <vt:lpstr>Metode Deret Maclaurin</vt:lpstr>
      <vt:lpstr>Metode Interpolasi Newton</vt:lpstr>
      <vt:lpstr>Metode Interpolasi Newton</vt:lpstr>
      <vt:lpstr>Metode Midpoint (Titik Tengah)</vt:lpstr>
      <vt:lpstr>Metode Midpoint (Titik Tengah)</vt:lpstr>
      <vt:lpstr>Metode Trapezoidal</vt:lpstr>
      <vt:lpstr>Metode Trapezoidal</vt:lpstr>
      <vt:lpstr>Metode Simpson 1/3</vt:lpstr>
      <vt:lpstr>Metode Simpson 1/3</vt:lpstr>
      <vt:lpstr>Metode Simpson 3/8</vt:lpstr>
      <vt:lpstr>Metode Simpson 3/8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dc:creator>Asus</dc:creator>
  <cp:lastModifiedBy>Asus</cp:lastModifiedBy>
  <cp:revision>4</cp:revision>
  <dcterms:created xsi:type="dcterms:W3CDTF">2025-04-22T11:04:20Z</dcterms:created>
  <dcterms:modified xsi:type="dcterms:W3CDTF">2025-04-22T12:27:44Z</dcterms:modified>
</cp:coreProperties>
</file>