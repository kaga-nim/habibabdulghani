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6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8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77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86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0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4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9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2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7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7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4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89EE1-4289-43CA-9D51-213699B38D7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C3016-F735-41B2-BE61-2F4350B20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3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2305051"/>
          </a:xfrm>
        </p:spPr>
        <p:txBody>
          <a:bodyPr>
            <a:normAutofit/>
          </a:bodyPr>
          <a:lstStyle/>
          <a:p>
            <a:r>
              <a:rPr lang="en-US" dirty="0" smtClean="0"/>
              <a:t>AKAR-AKAR PERSAMAAN KARAKTERISTIK </a:t>
            </a:r>
            <a:br>
              <a:rPr lang="en-US" dirty="0" smtClean="0"/>
            </a:br>
            <a:r>
              <a:rPr lang="en-US" dirty="0" smtClean="0"/>
              <a:t>DENGAN METODE GRAFIK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51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TUJUAN PEMBELAJARAN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Mahasiswa</a:t>
            </a:r>
            <a:r>
              <a:rPr lang="en-US" dirty="0" smtClean="0"/>
              <a:t>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akar-akar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karakteristik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46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umum</a:t>
            </a:r>
            <a:r>
              <a:rPr lang="en-US" dirty="0" smtClean="0"/>
              <a:t>, </a:t>
            </a:r>
            <a:r>
              <a:rPr lang="en-US" dirty="0" err="1" smtClean="0"/>
              <a:t>persamaan</a:t>
            </a:r>
            <a:r>
              <a:rPr lang="en-US" dirty="0" smtClean="0"/>
              <a:t> non-linear </a:t>
            </a:r>
            <a:r>
              <a:rPr lang="en-US" dirty="0" err="1" smtClean="0"/>
              <a:t>terdiri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polinomial</a:t>
            </a:r>
            <a:r>
              <a:rPr lang="en-US" dirty="0" smtClean="0"/>
              <a:t> / </a:t>
            </a:r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aljabar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transenden</a:t>
            </a:r>
            <a:endParaRPr lang="en-US" dirty="0" smtClean="0"/>
          </a:p>
          <a:p>
            <a:pPr marL="398463" indent="-398463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Dikatakan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transenden</a:t>
            </a:r>
            <a:r>
              <a:rPr lang="en-US" dirty="0" smtClean="0"/>
              <a:t>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berbentuk</a:t>
            </a:r>
            <a:r>
              <a:rPr lang="en-US" dirty="0" smtClean="0"/>
              <a:t> </a:t>
            </a:r>
            <a:r>
              <a:rPr lang="en-US" dirty="0" err="1" smtClean="0"/>
              <a:t>trigonometri</a:t>
            </a:r>
            <a:r>
              <a:rPr lang="en-US" dirty="0" smtClean="0"/>
              <a:t>, </a:t>
            </a:r>
            <a:r>
              <a:rPr lang="en-US" dirty="0" err="1" smtClean="0"/>
              <a:t>eksponen</a:t>
            </a:r>
            <a:r>
              <a:rPr lang="en-US" dirty="0" smtClean="0"/>
              <a:t>, </a:t>
            </a:r>
            <a:r>
              <a:rPr lang="en-US" dirty="0" err="1" smtClean="0"/>
              <a:t>logaritma</a:t>
            </a:r>
            <a:r>
              <a:rPr lang="en-US" dirty="0" smtClean="0"/>
              <a:t> </a:t>
            </a:r>
            <a:r>
              <a:rPr lang="en-US" dirty="0" err="1" smtClean="0"/>
              <a:t>dll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07" y="3200400"/>
            <a:ext cx="8762693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457200">
              <a:buNone/>
            </a:pPr>
            <a:r>
              <a:rPr lang="en-US" dirty="0" err="1" smtClean="0"/>
              <a:t>Metode-metode</a:t>
            </a:r>
            <a:r>
              <a:rPr lang="en-US" dirty="0" smtClean="0"/>
              <a:t> yang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numerik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“</a:t>
            </a:r>
            <a:r>
              <a:rPr lang="en-US" dirty="0" err="1" smtClean="0"/>
              <a:t>iteratif</a:t>
            </a:r>
            <a:r>
              <a:rPr lang="en-US" dirty="0" smtClean="0"/>
              <a:t>”,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mendapatkan</a:t>
            </a:r>
            <a:r>
              <a:rPr lang="en-US" dirty="0" smtClean="0"/>
              <a:t> x0, x1, x2, … yang </a:t>
            </a:r>
            <a:r>
              <a:rPr lang="en-US" dirty="0" err="1" smtClean="0"/>
              <a:t>diharapkan</a:t>
            </a:r>
            <a:r>
              <a:rPr lang="en-US" dirty="0" smtClean="0"/>
              <a:t> </a:t>
            </a:r>
            <a:r>
              <a:rPr lang="en-US" dirty="0" err="1" smtClean="0"/>
              <a:t>konvergen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akar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yang </a:t>
            </a:r>
            <a:r>
              <a:rPr lang="en-US" dirty="0" err="1" smtClean="0"/>
              <a:t>dimaksud</a:t>
            </a:r>
            <a:r>
              <a:rPr lang="en-US" dirty="0" smtClean="0"/>
              <a:t>. </a:t>
            </a:r>
            <a:r>
              <a:rPr lang="en-US" dirty="0" err="1" smtClean="0"/>
              <a:t>Dengan</a:t>
            </a:r>
            <a:r>
              <a:rPr lang="en-US" dirty="0" smtClean="0"/>
              <a:t> kata lain,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berupaya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mendapatkan</a:t>
            </a:r>
            <a:r>
              <a:rPr lang="en-US" dirty="0" smtClean="0"/>
              <a:t> “</a:t>
            </a:r>
            <a:r>
              <a:rPr lang="en-US" dirty="0" err="1" smtClean="0"/>
              <a:t>akar</a:t>
            </a:r>
            <a:r>
              <a:rPr lang="en-US" dirty="0" smtClean="0"/>
              <a:t> </a:t>
            </a:r>
            <a:r>
              <a:rPr lang="en-US" dirty="0" err="1" smtClean="0"/>
              <a:t>pendekatan</a:t>
            </a:r>
            <a:r>
              <a:rPr lang="en-US" dirty="0" smtClean="0"/>
              <a:t>”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r>
              <a:rPr lang="en-US" dirty="0" smtClean="0"/>
              <a:t>.</a:t>
            </a:r>
          </a:p>
          <a:p>
            <a:pPr marL="0" indent="457200">
              <a:buNone/>
            </a:pP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penyelesaian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numerik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iterasi</a:t>
            </a:r>
            <a:r>
              <a:rPr lang="en-US" dirty="0" smtClean="0"/>
              <a:t>,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yang </a:t>
            </a:r>
            <a:r>
              <a:rPr lang="en-US" dirty="0" err="1" smtClean="0"/>
              <a:t>didapat</a:t>
            </a:r>
            <a:r>
              <a:rPr lang="en-US" dirty="0" smtClean="0"/>
              <a:t> </a:t>
            </a:r>
            <a:r>
              <a:rPr lang="en-US" dirty="0" err="1" smtClean="0"/>
              <a:t>biasanya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teliti</a:t>
            </a:r>
            <a:r>
              <a:rPr lang="en-US" dirty="0" smtClean="0"/>
              <a:t> </a:t>
            </a:r>
            <a:r>
              <a:rPr lang="en-US" dirty="0" err="1" smtClean="0"/>
              <a:t>dibandingkan</a:t>
            </a:r>
            <a:r>
              <a:rPr lang="en-US" dirty="0" smtClean="0"/>
              <a:t> </a:t>
            </a:r>
            <a:r>
              <a:rPr lang="en-US" dirty="0" err="1" smtClean="0"/>
              <a:t>iterasi</a:t>
            </a:r>
            <a:r>
              <a:rPr lang="en-US" dirty="0" smtClean="0"/>
              <a:t> </a:t>
            </a:r>
            <a:r>
              <a:rPr lang="en-US" dirty="0" err="1" smtClean="0"/>
              <a:t>sebelumnya</a:t>
            </a:r>
            <a:r>
              <a:rPr lang="en-US" dirty="0" smtClean="0"/>
              <a:t>. </a:t>
            </a:r>
            <a:r>
              <a:rPr lang="en-US" dirty="0" err="1" smtClean="0"/>
              <a:t>Artinya</a:t>
            </a:r>
            <a:r>
              <a:rPr lang="en-US" dirty="0" smtClean="0"/>
              <a:t> x1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teliti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x0, x2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teliti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x1, </a:t>
            </a:r>
            <a:r>
              <a:rPr lang="en-US" dirty="0" err="1" smtClean="0"/>
              <a:t>dst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Langkah-langkah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endParaRPr lang="en-US" dirty="0" smtClean="0"/>
          </a:p>
          <a:p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solusi</a:t>
            </a:r>
            <a:r>
              <a:rPr lang="en-US" dirty="0" smtClean="0"/>
              <a:t>/</a:t>
            </a:r>
            <a:r>
              <a:rPr lang="en-US" dirty="0" err="1" smtClean="0"/>
              <a:t>akar</a:t>
            </a:r>
            <a:r>
              <a:rPr lang="en-US" dirty="0" smtClean="0"/>
              <a:t>/</a:t>
            </a:r>
            <a:r>
              <a:rPr lang="en-US" dirty="0" err="1" smtClean="0"/>
              <a:t>penyelesaian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cara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perpotongan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b="1" dirty="0" err="1" smtClean="0"/>
              <a:t>sumbu</a:t>
            </a:r>
            <a:r>
              <a:rPr lang="en-US" b="1" dirty="0" smtClean="0"/>
              <a:t> x </a:t>
            </a:r>
            <a:r>
              <a:rPr lang="en-US" b="1" dirty="0" err="1" smtClean="0"/>
              <a:t>dengan</a:t>
            </a:r>
            <a:r>
              <a:rPr lang="en-US" b="1" dirty="0" smtClean="0"/>
              <a:t> </a:t>
            </a:r>
            <a:r>
              <a:rPr lang="en-US" b="1" dirty="0" err="1" smtClean="0"/>
              <a:t>grafik</a:t>
            </a:r>
            <a:r>
              <a:rPr lang="en-US" b="1" dirty="0" smtClean="0"/>
              <a:t> </a:t>
            </a:r>
            <a:r>
              <a:rPr lang="en-US" b="1" dirty="0" err="1" smtClean="0"/>
              <a:t>fungsi</a:t>
            </a:r>
            <a:r>
              <a:rPr lang="en-US" dirty="0" smtClean="0"/>
              <a:t> yang </a:t>
            </a:r>
            <a:r>
              <a:rPr lang="en-US" dirty="0" err="1" smtClean="0"/>
              <a:t>terbentuk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888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Contoh</a:t>
            </a:r>
            <a:r>
              <a:rPr lang="en-US" dirty="0" smtClean="0"/>
              <a:t> 1:</a:t>
            </a:r>
          </a:p>
          <a:p>
            <a:pPr marL="0" indent="0">
              <a:buNone/>
            </a:pPr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akar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r>
              <a:rPr lang="en-US" dirty="0" smtClean="0"/>
              <a:t>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667000"/>
            <a:ext cx="3962400" cy="197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8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Contoh</a:t>
            </a:r>
            <a:r>
              <a:rPr lang="en-US" dirty="0" smtClean="0"/>
              <a:t> 2:</a:t>
            </a:r>
          </a:p>
          <a:p>
            <a:pPr marL="0" indent="0">
              <a:buNone/>
            </a:pPr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akar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selang</a:t>
            </a:r>
            <a:r>
              <a:rPr lang="en-US" dirty="0" smtClean="0"/>
              <a:t> [0,1]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r>
              <a:rPr lang="en-US" dirty="0" smtClean="0"/>
              <a:t>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82646"/>
            <a:ext cx="3586163" cy="178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Contoh</a:t>
            </a:r>
            <a:r>
              <a:rPr lang="en-US" dirty="0" smtClean="0"/>
              <a:t> 3:</a:t>
            </a:r>
          </a:p>
          <a:p>
            <a:pPr marL="0" indent="0">
              <a:buNone/>
            </a:pPr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akar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selang</a:t>
            </a:r>
            <a:r>
              <a:rPr lang="en-US" dirty="0" smtClean="0"/>
              <a:t> [1,2]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r>
              <a:rPr lang="en-US" dirty="0" smtClean="0"/>
              <a:t>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233710"/>
            <a:ext cx="5043277" cy="95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3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/>
          <a:lstStyle/>
          <a:p>
            <a:r>
              <a:rPr lang="en-US" dirty="0" err="1" smtClean="0"/>
              <a:t>Terima</a:t>
            </a:r>
            <a:r>
              <a:rPr lang="en-US" dirty="0" smtClean="0"/>
              <a:t> </a:t>
            </a:r>
            <a:r>
              <a:rPr lang="en-US" dirty="0" err="1" smtClean="0"/>
              <a:t>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58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167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AKAR-AKAR PERSAMAAN KARAKTERISTIK  DENGAN METODE GRAFIK</vt:lpstr>
      <vt:lpstr>TUJUAN PEMBELAJARAN</vt:lpstr>
      <vt:lpstr>PowerPoint Presentation</vt:lpstr>
      <vt:lpstr>PowerPoint Presentation</vt:lpstr>
      <vt:lpstr>Metode Grafik</vt:lpstr>
      <vt:lpstr>Metode Grafik</vt:lpstr>
      <vt:lpstr>Metode Grafik</vt:lpstr>
      <vt:lpstr>Metode Grafik</vt:lpstr>
      <vt:lpstr>Terima Kasih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AKAR-AKAR PERSAMAAN KARAKTERISTIK  DENGAN METODE GRAFIK</dc:title>
  <dc:creator>Asus</dc:creator>
  <cp:lastModifiedBy>Asus</cp:lastModifiedBy>
  <cp:revision>6</cp:revision>
  <dcterms:created xsi:type="dcterms:W3CDTF">2025-05-16T10:49:05Z</dcterms:created>
  <dcterms:modified xsi:type="dcterms:W3CDTF">2025-05-16T11:43:03Z</dcterms:modified>
</cp:coreProperties>
</file>