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39"/>
  </p:notesMasterIdLst>
  <p:sldIdLst>
    <p:sldId id="258" r:id="rId8"/>
    <p:sldId id="257" r:id="rId9"/>
    <p:sldId id="286" r:id="rId10"/>
    <p:sldId id="321" r:id="rId11"/>
    <p:sldId id="322" r:id="rId12"/>
    <p:sldId id="323" r:id="rId13"/>
    <p:sldId id="324" r:id="rId14"/>
    <p:sldId id="325" r:id="rId15"/>
    <p:sldId id="326" r:id="rId16"/>
    <p:sldId id="302" r:id="rId17"/>
    <p:sldId id="311" r:id="rId18"/>
    <p:sldId id="327" r:id="rId19"/>
    <p:sldId id="328" r:id="rId20"/>
    <p:sldId id="329" r:id="rId21"/>
    <p:sldId id="330" r:id="rId22"/>
    <p:sldId id="332" r:id="rId23"/>
    <p:sldId id="331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292" r:id="rId35"/>
    <p:sldId id="269" r:id="rId36"/>
    <p:sldId id="270" r:id="rId37"/>
    <p:sldId id="27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09/09/2021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15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614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PENYELESAIAN SISTEM PERSAMAAN LINIER DENGAN METODE ELIMINASI/SUBSITUSI DAN INVERS MATRIKS</a:t>
            </a:r>
            <a:endParaRPr lang="en-US" sz="40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68544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sv-SE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Mampu menentukan Penyelesaian Sistem Persamaan Linier dengan Eliminasi/Subsitusi dan Invers Matriks.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57DFC7-D06B-42EC-A841-C67370B17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095500"/>
            <a:ext cx="9848850" cy="2667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CE22A4-53D7-49E6-A3FB-049F844224F3}"/>
              </a:ext>
            </a:extLst>
          </p:cNvPr>
          <p:cNvSpPr txBox="1">
            <a:spLocks/>
          </p:cNvSpPr>
          <p:nvPr/>
        </p:nvSpPr>
        <p:spPr>
          <a:xfrm>
            <a:off x="1171575" y="73097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SISTEM PERSAMAAN LINEAR (SPL)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8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B4117-4CA9-44C3-8999-494EBC3C4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2686050"/>
            <a:ext cx="9801225" cy="14859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EE83B4-6D80-4AA4-95F8-276EB3279658}"/>
              </a:ext>
            </a:extLst>
          </p:cNvPr>
          <p:cNvSpPr txBox="1">
            <a:spLocks/>
          </p:cNvSpPr>
          <p:nvPr/>
        </p:nvSpPr>
        <p:spPr>
          <a:xfrm>
            <a:off x="1171575" y="73097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SISTEM PERSAMAAN LINEAR (SPL)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0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6D88D-2D58-4913-BDE4-3D74D65AB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138237"/>
            <a:ext cx="8258175" cy="45815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10E859C-4CBA-4A54-8D21-3E03419AEB15}"/>
              </a:ext>
            </a:extLst>
          </p:cNvPr>
          <p:cNvSpPr txBox="1">
            <a:spLocks/>
          </p:cNvSpPr>
          <p:nvPr/>
        </p:nvSpPr>
        <p:spPr>
          <a:xfrm>
            <a:off x="1086642" y="36708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SISTEM PERSAMAAN LINEAR (SPL)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8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5479-B3FD-4BBC-A729-9F75AD6232B9}"/>
              </a:ext>
            </a:extLst>
          </p:cNvPr>
          <p:cNvSpPr txBox="1">
            <a:spLocks/>
          </p:cNvSpPr>
          <p:nvPr/>
        </p:nvSpPr>
        <p:spPr>
          <a:xfrm>
            <a:off x="1171575" y="73097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SISTEM PERSAMAAN LINEAR (SPL)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96707-1CE5-4E9C-8EF3-DD368B58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700212"/>
            <a:ext cx="68865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8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00E37-EFD4-490B-839D-F242C959C6B4}"/>
              </a:ext>
            </a:extLst>
          </p:cNvPr>
          <p:cNvSpPr txBox="1">
            <a:spLocks/>
          </p:cNvSpPr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MATRIKS SPL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3E531-A33A-4AB2-8C78-A786D8F0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588" y="643466"/>
            <a:ext cx="6494156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7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0A4BD-613F-41A7-84B8-E9DE9BA23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3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5D17CA-7650-4E3C-B43C-2FEE0B10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04" y="2195608"/>
            <a:ext cx="13610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6DEA3C-1F7E-4108-AF1C-A25806F1BB8E}"/>
              </a:ext>
            </a:extLst>
          </p:cNvPr>
          <p:cNvSpPr txBox="1">
            <a:spLocks/>
          </p:cNvSpPr>
          <p:nvPr/>
        </p:nvSpPr>
        <p:spPr>
          <a:xfrm>
            <a:off x="1175133" y="176013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SOLUSI SPL METODE ELIMINASI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1772A-D4F6-4F09-BDC9-36938B841839}"/>
              </a:ext>
            </a:extLst>
          </p:cNvPr>
          <p:cNvSpPr/>
          <p:nvPr/>
        </p:nvSpPr>
        <p:spPr>
          <a:xfrm>
            <a:off x="10314039" y="3588774"/>
            <a:ext cx="639096" cy="3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FF0F0-D114-4C3C-915B-4EF0A91A16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154"/>
          <a:stretch/>
        </p:blipFill>
        <p:spPr>
          <a:xfrm>
            <a:off x="204787" y="735272"/>
            <a:ext cx="7000875" cy="828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B4995-A079-43BE-8CB5-90DF233AFB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57" b="65637"/>
          <a:stretch/>
        </p:blipFill>
        <p:spPr>
          <a:xfrm>
            <a:off x="794723" y="1732139"/>
            <a:ext cx="7000875" cy="1017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AAE995-B414-47E9-93F9-4CFB8D9EC5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17" b="43631"/>
          <a:stretch/>
        </p:blipFill>
        <p:spPr>
          <a:xfrm>
            <a:off x="1414309" y="2880215"/>
            <a:ext cx="7000875" cy="1085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67E035-E469-4F1F-8EC6-FCC75AAB2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117" b="22494"/>
          <a:stretch/>
        </p:blipFill>
        <p:spPr>
          <a:xfrm>
            <a:off x="2124842" y="4049404"/>
            <a:ext cx="7000875" cy="10401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C83DF4-3050-494C-A9B6-8B64FCD87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847"/>
          <a:stretch/>
        </p:blipFill>
        <p:spPr>
          <a:xfrm>
            <a:off x="2684051" y="5231216"/>
            <a:ext cx="7000875" cy="108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1086643" y="407848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045833-DDAA-4BD6-959B-4807846C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1" y="1810364"/>
            <a:ext cx="62769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9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CA45D-4D9F-4D9D-BD5A-492B4E6284E1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PENYELESAIAN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E0E0294-68C4-489C-B97E-6F6F552DE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123"/>
          <a:stretch/>
        </p:blipFill>
        <p:spPr>
          <a:xfrm>
            <a:off x="331567" y="3136491"/>
            <a:ext cx="5455917" cy="207378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5B49FED-FE9A-4C15-9CA1-8A51CD6AE3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574"/>
          <a:stretch/>
        </p:blipFill>
        <p:spPr>
          <a:xfrm>
            <a:off x="6445073" y="2993459"/>
            <a:ext cx="5455917" cy="286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35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A5718-5B12-4A82-9406-FCDB7AB0BD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50"/>
          <a:stretch/>
        </p:blipFill>
        <p:spPr>
          <a:xfrm>
            <a:off x="457202" y="456939"/>
            <a:ext cx="5426764" cy="2634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BC2B9-2A31-45DF-82A5-CDEE6DCBD1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033"/>
          <a:stretch/>
        </p:blipFill>
        <p:spPr>
          <a:xfrm>
            <a:off x="6438238" y="2745319"/>
            <a:ext cx="5428881" cy="14588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ACE8B-5DB0-4E77-BEA2-C5903145CE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737"/>
          <a:stretch/>
        </p:blipFill>
        <p:spPr>
          <a:xfrm>
            <a:off x="311758" y="3571320"/>
            <a:ext cx="5426764" cy="242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46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D3C401-1774-401F-A793-AA5E50931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478" y="3558696"/>
            <a:ext cx="5426764" cy="276764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BBB6A-6E9B-4AE2-B249-DF80CE5069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306"/>
          <a:stretch/>
        </p:blipFill>
        <p:spPr>
          <a:xfrm>
            <a:off x="506942" y="790289"/>
            <a:ext cx="5112595" cy="199023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0901B-8EB9-4B40-891E-706442052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378" y="1073309"/>
            <a:ext cx="5426764" cy="7733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9DC3C-172F-4F90-900C-98A70FBE6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807"/>
          <a:stretch/>
        </p:blipFill>
        <p:spPr>
          <a:xfrm>
            <a:off x="468843" y="4076574"/>
            <a:ext cx="5112595" cy="156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13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9A67F-F68F-47E2-93CD-4EDEF1D5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03" y="643466"/>
            <a:ext cx="77375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26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5DA94-92FE-4F25-9917-8A7879DD5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4" y="1037021"/>
            <a:ext cx="7105650" cy="5267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E712F9F-1A7B-4C7D-98D2-2F6DD51F2279}"/>
              </a:ext>
            </a:extLst>
          </p:cNvPr>
          <p:cNvSpPr txBox="1">
            <a:spLocks/>
          </p:cNvSpPr>
          <p:nvPr/>
        </p:nvSpPr>
        <p:spPr>
          <a:xfrm>
            <a:off x="1086643" y="148021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>
                <a:latin typeface="Arial" panose="020B0604020202020204" pitchFamily="34" charset="0"/>
                <a:cs typeface="Arial" panose="020B0604020202020204" pitchFamily="34" charset="0"/>
              </a:rPr>
              <a:t>INVERS MATRIKS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71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9389-0470-4223-BE1D-9C8DEED6E9BA}"/>
              </a:ext>
            </a:extLst>
          </p:cNvPr>
          <p:cNvSpPr txBox="1">
            <a:spLocks/>
          </p:cNvSpPr>
          <p:nvPr/>
        </p:nvSpPr>
        <p:spPr>
          <a:xfrm>
            <a:off x="990600" y="4642583"/>
            <a:ext cx="10210800" cy="1099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1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SOLUSI SPL METODE INVERS MATRIKS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638861-22F4-42BD-AB54-580F4FFF9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405745"/>
          </a:xfrm>
          <a:prstGeom prst="rect">
            <a:avLst/>
          </a:prstGeom>
          <a:solidFill>
            <a:srgbClr val="2226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6CACE173-0A3A-4306-B76C-60A0714C3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3" y="320843"/>
            <a:ext cx="3657600" cy="37080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EF887-7224-4AF9-A982-A29A0C07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64" y="1288026"/>
            <a:ext cx="3246120" cy="2035277"/>
          </a:xfrm>
          <a:prstGeom prst="rect">
            <a:avLst/>
          </a:prstGeom>
        </p:spPr>
      </p:pic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BE5996B0-F3AC-4A78-A5EF-139FD3495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7198" y="320842"/>
            <a:ext cx="3657600" cy="37080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92324A-C774-42E6-9064-86CC8A11B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38" y="1368702"/>
            <a:ext cx="3246120" cy="1668340"/>
          </a:xfrm>
          <a:prstGeom prst="rect">
            <a:avLst/>
          </a:prstGeom>
        </p:spPr>
      </p:pic>
      <p:sp>
        <p:nvSpPr>
          <p:cNvPr id="30" name="Rounded Rectangle 26">
            <a:extLst>
              <a:ext uri="{FF2B5EF4-FFF2-40B4-BE49-F238E27FC236}">
                <a16:creationId xmlns:a16="http://schemas.microsoft.com/office/drawing/2014/main" id="{347C85EF-9B88-46AF-B40D-70F2DDDE1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2834" y="320842"/>
            <a:ext cx="3657600" cy="37080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80599-B8A5-4F42-97C3-F2CA73A0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232" y="1231051"/>
            <a:ext cx="3246120" cy="186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6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AD463-5EA2-4EBA-A865-2C1D05CA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260"/>
          <a:stretch/>
        </p:blipFill>
        <p:spPr>
          <a:xfrm>
            <a:off x="6112040" y="2127253"/>
            <a:ext cx="5294716" cy="260349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5C3EC6B-F70D-45C2-890A-C4415E1F7A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909"/>
          <a:stretch/>
        </p:blipFill>
        <p:spPr>
          <a:xfrm>
            <a:off x="631128" y="2127253"/>
            <a:ext cx="5294715" cy="229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98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1" y="61452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D262E-A41B-4C4F-BBC4-D5413EE27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8" y="1986028"/>
            <a:ext cx="67056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9F69-26BD-4614-BD67-3C8E3AB471A7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B2FD0-F1F6-40F8-A503-4E7EB9E1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98" y="884134"/>
            <a:ext cx="67151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53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FA6B92-1D7A-4D4F-88C5-9932693A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284" y="643466"/>
            <a:ext cx="825343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0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F1B09D-DFA9-4C92-A6C4-211C4D15B923}"/>
              </a:ext>
            </a:extLst>
          </p:cNvPr>
          <p:cNvSpPr txBox="1">
            <a:spLocks/>
          </p:cNvSpPr>
          <p:nvPr/>
        </p:nvSpPr>
        <p:spPr>
          <a:xfrm>
            <a:off x="990600" y="4642583"/>
            <a:ext cx="10210800" cy="1099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SOLUSI SPL METODE GABUNGAN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FF638861-22F4-42BD-AB54-580F4FFF9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1A1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6CACE173-0A3A-4306-B76C-60A0714C3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320843"/>
            <a:ext cx="11548872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C4F8F-E5F5-4F87-A8C5-A0FB3D6B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0" y="1374579"/>
            <a:ext cx="3426217" cy="1891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15386-4AD8-4F6E-94D2-6A3EFE014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046"/>
          <a:stretch/>
        </p:blipFill>
        <p:spPr>
          <a:xfrm>
            <a:off x="4450536" y="1374579"/>
            <a:ext cx="3420270" cy="1989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F9B0E3-8C0B-4597-A827-DC31BBCC1B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994"/>
          <a:stretch/>
        </p:blipFill>
        <p:spPr>
          <a:xfrm>
            <a:off x="8126740" y="1340215"/>
            <a:ext cx="3423655" cy="189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14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1" y="61452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2108F-56AA-49D6-9489-96478819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891" y="1774177"/>
            <a:ext cx="79533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58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94204E-DACA-4C8B-8ED0-3F078A706CB4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PENYELESAIAN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7743059-A3AE-4AF0-A29C-4D9D252A0D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523"/>
          <a:stretch/>
        </p:blipFill>
        <p:spPr>
          <a:xfrm>
            <a:off x="331567" y="2997908"/>
            <a:ext cx="5455917" cy="285545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6FF3737-C8F6-4E73-BA1E-E80BC4AB8B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0"/>
          <a:stretch/>
        </p:blipFill>
        <p:spPr>
          <a:xfrm>
            <a:off x="6445073" y="2997908"/>
            <a:ext cx="5455917" cy="23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6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417A57-A7C8-4E50-AACC-AC05D4172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62"/>
          <a:stretch/>
        </p:blipFill>
        <p:spPr>
          <a:xfrm>
            <a:off x="964942" y="4048223"/>
            <a:ext cx="5426764" cy="1744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C1505-EAE2-479D-8041-FC5D7D106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75" y="2890279"/>
            <a:ext cx="5426764" cy="13702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5A93A-02AA-4584-B661-2FD83CEB41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876"/>
          <a:stretch/>
        </p:blipFill>
        <p:spPr>
          <a:xfrm>
            <a:off x="349858" y="493002"/>
            <a:ext cx="5426764" cy="239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5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30C7B-241C-4C67-B895-EAC903C9A9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994"/>
          <a:stretch/>
        </p:blipFill>
        <p:spPr>
          <a:xfrm>
            <a:off x="641180" y="886554"/>
            <a:ext cx="6410084" cy="50989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B8B79-7DA4-4DF3-88BD-E0D3A5FE0E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546"/>
          <a:stretch/>
        </p:blipFill>
        <p:spPr>
          <a:xfrm>
            <a:off x="7695873" y="1592358"/>
            <a:ext cx="3854945" cy="57787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977E9C-018B-408F-BC6C-DA959D2CC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379" y="3748194"/>
            <a:ext cx="2563932" cy="24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26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E1FB3-3F86-48EC-A3FC-CD3E444D3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43" y="643466"/>
            <a:ext cx="82841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86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SOAL LATIHAN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71FAC-8E78-4B62-8D8E-40DB7B49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17" y="1354855"/>
            <a:ext cx="6572250" cy="2162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495119-1782-4CA3-94EA-E07F75E78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17" y="3617810"/>
            <a:ext cx="73056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2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85</Words>
  <Application>Microsoft Office PowerPoint</Application>
  <PresentationFormat>Widescreen</PresentationFormat>
  <Paragraphs>22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35</cp:revision>
  <dcterms:created xsi:type="dcterms:W3CDTF">2021-08-16T10:58:02Z</dcterms:created>
  <dcterms:modified xsi:type="dcterms:W3CDTF">2021-09-09T11:53:44Z</dcterms:modified>
</cp:coreProperties>
</file>