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slideLayouts/slideLayout4.xml" ContentType="application/vnd.openxmlformats-officedocument.presentationml.slideLayout+xml"/>
  <Override PartName="/ppt/theme/theme3.xml" ContentType="application/vnd.openxmlformats-officedocument.theme+xml"/>
  <Override PartName="/ppt/slideLayouts/slideLayout5.xml" ContentType="application/vnd.openxmlformats-officedocument.presentationml.slideLayout+xml"/>
  <Override PartName="/ppt/theme/theme4.xml" ContentType="application/vnd.openxmlformats-officedocument.theme+xml"/>
  <Override PartName="/ppt/slideLayouts/slideLayout6.xml" ContentType="application/vnd.openxmlformats-officedocument.presentationml.slideLayout+xml"/>
  <Override PartName="/ppt/theme/theme5.xml" ContentType="application/vnd.openxmlformats-officedocument.theme+xml"/>
  <Override PartName="/ppt/slideLayouts/slideLayout7.xml" ContentType="application/vnd.openxmlformats-officedocument.presentationml.slideLayout+xml"/>
  <Override PartName="/ppt/theme/theme6.xml" ContentType="application/vnd.openxmlformats-officedocument.theme+xml"/>
  <Override PartName="/ppt/slideLayouts/slideLayout8.xml" ContentType="application/vnd.openxmlformats-officedocument.presentationml.slideLayout+xml"/>
  <Override PartName="/ppt/theme/theme7.xml" ContentType="application/vnd.openxmlformats-officedocument.theme+xml"/>
  <Override PartName="/ppt/theme/theme8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94" r:id="rId1"/>
    <p:sldMasterId id="2147483701" r:id="rId2"/>
    <p:sldMasterId id="2147483692" r:id="rId3"/>
    <p:sldMasterId id="2147483691" r:id="rId4"/>
    <p:sldMasterId id="2147483690" r:id="rId5"/>
    <p:sldMasterId id="2147483693" r:id="rId6"/>
    <p:sldMasterId id="2147483689" r:id="rId7"/>
  </p:sldMasterIdLst>
  <p:notesMasterIdLst>
    <p:notesMasterId r:id="rId30"/>
  </p:notesMasterIdLst>
  <p:sldIdLst>
    <p:sldId id="258" r:id="rId8"/>
    <p:sldId id="286" r:id="rId9"/>
    <p:sldId id="257" r:id="rId10"/>
    <p:sldId id="274" r:id="rId11"/>
    <p:sldId id="275" r:id="rId12"/>
    <p:sldId id="287" r:id="rId13"/>
    <p:sldId id="288" r:id="rId14"/>
    <p:sldId id="289" r:id="rId15"/>
    <p:sldId id="290" r:id="rId16"/>
    <p:sldId id="291" r:id="rId17"/>
    <p:sldId id="260" r:id="rId18"/>
    <p:sldId id="279" r:id="rId19"/>
    <p:sldId id="292" r:id="rId20"/>
    <p:sldId id="281" r:id="rId21"/>
    <p:sldId id="282" r:id="rId22"/>
    <p:sldId id="283" r:id="rId23"/>
    <p:sldId id="263" r:id="rId24"/>
    <p:sldId id="284" r:id="rId25"/>
    <p:sldId id="285" r:id="rId26"/>
    <p:sldId id="269" r:id="rId27"/>
    <p:sldId id="270" r:id="rId28"/>
    <p:sldId id="271" r:id="rId2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D7D3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82" d="100"/>
          <a:sy n="82" d="100"/>
        </p:scale>
        <p:origin x="643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6.xml"/><Relationship Id="rId18" Type="http://schemas.openxmlformats.org/officeDocument/2006/relationships/slide" Target="slides/slide11.xml"/><Relationship Id="rId26" Type="http://schemas.openxmlformats.org/officeDocument/2006/relationships/slide" Target="slides/slide19.xml"/><Relationship Id="rId3" Type="http://schemas.openxmlformats.org/officeDocument/2006/relationships/slideMaster" Target="slideMasters/slideMaster3.xml"/><Relationship Id="rId21" Type="http://schemas.openxmlformats.org/officeDocument/2006/relationships/slide" Target="slides/slide14.xml"/><Relationship Id="rId34" Type="http://schemas.openxmlformats.org/officeDocument/2006/relationships/tableStyles" Target="tableStyles.xml"/><Relationship Id="rId7" Type="http://schemas.openxmlformats.org/officeDocument/2006/relationships/slideMaster" Target="slideMasters/slideMaster7.xml"/><Relationship Id="rId12" Type="http://schemas.openxmlformats.org/officeDocument/2006/relationships/slide" Target="slides/slide5.xml"/><Relationship Id="rId17" Type="http://schemas.openxmlformats.org/officeDocument/2006/relationships/slide" Target="slides/slide10.xml"/><Relationship Id="rId25" Type="http://schemas.openxmlformats.org/officeDocument/2006/relationships/slide" Target="slides/slide18.xml"/><Relationship Id="rId33" Type="http://schemas.openxmlformats.org/officeDocument/2006/relationships/theme" Target="theme/theme1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9.xml"/><Relationship Id="rId20" Type="http://schemas.openxmlformats.org/officeDocument/2006/relationships/slide" Target="slides/slide13.xml"/><Relationship Id="rId29" Type="http://schemas.openxmlformats.org/officeDocument/2006/relationships/slide" Target="slides/slide22.xml"/><Relationship Id="rId1" Type="http://schemas.openxmlformats.org/officeDocument/2006/relationships/slideMaster" Target="slideMasters/slideMaster1.xml"/><Relationship Id="rId6" Type="http://schemas.openxmlformats.org/officeDocument/2006/relationships/slideMaster" Target="slideMasters/slideMaster6.xml"/><Relationship Id="rId11" Type="http://schemas.openxmlformats.org/officeDocument/2006/relationships/slide" Target="slides/slide4.xml"/><Relationship Id="rId24" Type="http://schemas.openxmlformats.org/officeDocument/2006/relationships/slide" Target="slides/slide17.xml"/><Relationship Id="rId32" Type="http://schemas.openxmlformats.org/officeDocument/2006/relationships/viewProps" Target="viewProps.xml"/><Relationship Id="rId5" Type="http://schemas.openxmlformats.org/officeDocument/2006/relationships/slideMaster" Target="slideMasters/slideMaster5.xml"/><Relationship Id="rId15" Type="http://schemas.openxmlformats.org/officeDocument/2006/relationships/slide" Target="slides/slide8.xml"/><Relationship Id="rId23" Type="http://schemas.openxmlformats.org/officeDocument/2006/relationships/slide" Target="slides/slide16.xml"/><Relationship Id="rId28" Type="http://schemas.openxmlformats.org/officeDocument/2006/relationships/slide" Target="slides/slide21.xml"/><Relationship Id="rId10" Type="http://schemas.openxmlformats.org/officeDocument/2006/relationships/slide" Target="slides/slide3.xml"/><Relationship Id="rId19" Type="http://schemas.openxmlformats.org/officeDocument/2006/relationships/slide" Target="slides/slide12.xml"/><Relationship Id="rId31" Type="http://schemas.openxmlformats.org/officeDocument/2006/relationships/presProps" Target="presProps.xml"/><Relationship Id="rId4" Type="http://schemas.openxmlformats.org/officeDocument/2006/relationships/slideMaster" Target="slideMasters/slideMaster4.xml"/><Relationship Id="rId9" Type="http://schemas.openxmlformats.org/officeDocument/2006/relationships/slide" Target="slides/slide2.xml"/><Relationship Id="rId14" Type="http://schemas.openxmlformats.org/officeDocument/2006/relationships/slide" Target="slides/slide7.xml"/><Relationship Id="rId22" Type="http://schemas.openxmlformats.org/officeDocument/2006/relationships/slide" Target="slides/slide15.xml"/><Relationship Id="rId27" Type="http://schemas.openxmlformats.org/officeDocument/2006/relationships/slide" Target="slides/slide20.xml"/><Relationship Id="rId30" Type="http://schemas.openxmlformats.org/officeDocument/2006/relationships/notesMaster" Target="notesMasters/notesMaster1.xml"/><Relationship Id="rId8" Type="http://schemas.openxmlformats.org/officeDocument/2006/relationships/slide" Target="slides/slide1.xml"/></Relationships>
</file>

<file path=ppt/diagrams/_rels/data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svg"/><Relationship Id="rId1" Type="http://schemas.openxmlformats.org/officeDocument/2006/relationships/image" Target="../media/image10.png"/><Relationship Id="rId4" Type="http://schemas.openxmlformats.org/officeDocument/2006/relationships/image" Target="../media/image13.svg"/></Relationships>
</file>

<file path=ppt/diagrams/_rels/drawing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svg"/><Relationship Id="rId1" Type="http://schemas.openxmlformats.org/officeDocument/2006/relationships/image" Target="../media/image10.png"/><Relationship Id="rId4" Type="http://schemas.openxmlformats.org/officeDocument/2006/relationships/image" Target="../media/image13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18/5/colors/Iconchunking_neutralicontext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bg1"/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bg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accent5_2">
  <dgm:title val=""/>
  <dgm:desc val=""/>
  <dgm:catLst>
    <dgm:cat type="accent5" pri="11200"/>
  </dgm:catLst>
  <dgm:styleLbl name="node0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5"/>
    </dgm:fillClrLst>
    <dgm:linClrLst meth="repeat">
      <a:schemeClr val="accent5"/>
    </dgm:linClrLst>
    <dgm:effectClrLst/>
    <dgm:txLinClrLst/>
    <dgm:txFillClrLst/>
    <dgm:txEffectClrLst/>
  </dgm:styleLbl>
  <dgm:styleLbl name="lnNode1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5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5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5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5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5">
        <a:tint val="60000"/>
      </a:schemeClr>
    </dgm:fillClrLst>
    <dgm:linClrLst meth="repeat">
      <a:schemeClr val="accent5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5">
        <a:tint val="60000"/>
      </a:schemeClr>
    </dgm:fillClrLst>
    <dgm:linClrLst meth="repeat">
      <a:schemeClr val="accent5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5">
        <a:tint val="60000"/>
      </a:schemeClr>
    </dgm:fillClrLst>
    <dgm:linClrLst meth="repeat">
      <a:schemeClr val="accent5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>
        <a:tint val="60000"/>
      </a:schemeClr>
    </dgm:fillClrLst>
    <dgm:linClrLst meth="repeat">
      <a:schemeClr val="accent5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5"/>
    </dgm:fillClrLst>
    <dgm:linClrLst meth="repeat">
      <a:schemeClr val="accent5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5"/>
    </dgm:fillClrLst>
    <dgm:linClrLst meth="repeat">
      <a:schemeClr val="accent5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/>
    </dgm:fillClrLst>
    <dgm:linClrLst meth="repeat">
      <a:schemeClr val="accent5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5">
        <a:alpha val="90000"/>
        <a:tint val="40000"/>
      </a:schemeClr>
    </dgm:fillClrLst>
    <dgm:linClrLst meth="repeat">
      <a:schemeClr val="accent5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5">
        <a:alpha val="90000"/>
        <a:tint val="40000"/>
      </a:schemeClr>
    </dgm:fillClrLst>
    <dgm:linClrLst meth="repeat">
      <a:schemeClr val="accent5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5">
        <a:alpha val="90000"/>
        <a:tint val="40000"/>
      </a:schemeClr>
    </dgm:fillClrLst>
    <dgm:linClrLst meth="repeat">
      <a:schemeClr val="accent5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8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AE7B967E-DF19-4033-AC88-2BB4B276E65E}" type="doc">
      <dgm:prSet loTypeId="urn:microsoft.com/office/officeart/2005/8/layout/vList2" loCatId="list" qsTypeId="urn:microsoft.com/office/officeart/2005/8/quickstyle/simple1" qsCatId="simple" csTypeId="urn:microsoft.com/office/officeart/2005/8/colors/colorful1" csCatId="colorful" phldr="1"/>
      <dgm:spPr/>
      <dgm:t>
        <a:bodyPr/>
        <a:lstStyle/>
        <a:p>
          <a:endParaRPr lang="en-US"/>
        </a:p>
      </dgm:t>
    </dgm:pt>
    <dgm:pt modelId="{E9F978ED-4B26-4E5D-B99F-4D6B84860002}">
      <dgm:prSet custT="1"/>
      <dgm:spPr/>
      <dgm:t>
        <a:bodyPr/>
        <a:lstStyle/>
        <a:p>
          <a:r>
            <a:rPr lang="en-US" sz="1800" dirty="0" err="1"/>
            <a:t>Apabila</a:t>
          </a:r>
          <a:r>
            <a:rPr lang="en-US" sz="1800" dirty="0"/>
            <a:t> </a:t>
          </a:r>
          <a:r>
            <a:rPr lang="en-US" sz="1800" dirty="0" err="1"/>
            <a:t>jumlah</a:t>
          </a:r>
          <a:r>
            <a:rPr lang="en-US" sz="1800" dirty="0"/>
            <a:t> yang </a:t>
          </a:r>
          <a:r>
            <a:rPr lang="en-US" sz="1800" dirty="0" err="1"/>
            <a:t>diperlukan</a:t>
          </a:r>
          <a:r>
            <a:rPr lang="en-US" sz="1800" dirty="0"/>
            <a:t> </a:t>
          </a:r>
          <a:r>
            <a:rPr lang="en-US" sz="1800" dirty="0" err="1"/>
            <a:t>dalam</a:t>
          </a:r>
          <a:r>
            <a:rPr lang="en-US" sz="1800" dirty="0"/>
            <a:t> </a:t>
          </a:r>
          <a:r>
            <a:rPr lang="en-US" sz="1800" dirty="0" err="1"/>
            <a:t>menyelesaikan</a:t>
          </a:r>
          <a:r>
            <a:rPr lang="en-US" sz="1800" dirty="0"/>
            <a:t> masalah </a:t>
          </a:r>
          <a:r>
            <a:rPr lang="en-US" sz="1800" dirty="0" err="1"/>
            <a:t>hanya</a:t>
          </a:r>
          <a:r>
            <a:rPr lang="en-US" sz="1800" dirty="0"/>
            <a:t> </a:t>
          </a:r>
          <a:r>
            <a:rPr lang="en-US" sz="1800" dirty="0" err="1"/>
            <a:t>berjumlah</a:t>
          </a:r>
          <a:r>
            <a:rPr lang="en-US" sz="1800" dirty="0"/>
            <a:t> </a:t>
          </a:r>
          <a:r>
            <a:rPr lang="en-US" sz="1800" dirty="0" err="1"/>
            <a:t>puluhan</a:t>
          </a:r>
          <a:r>
            <a:rPr lang="en-US" sz="1800" dirty="0"/>
            <a:t>, </a:t>
          </a:r>
          <a:r>
            <a:rPr lang="en-US" sz="1800" dirty="0" err="1"/>
            <a:t>maka</a:t>
          </a:r>
          <a:r>
            <a:rPr lang="en-US" sz="1800" dirty="0"/>
            <a:t> </a:t>
          </a:r>
          <a:r>
            <a:rPr lang="en-US" sz="1800" dirty="0" err="1"/>
            <a:t>penyelesaiannya</a:t>
          </a:r>
          <a:r>
            <a:rPr lang="en-US" sz="1800" dirty="0"/>
            <a:t> </a:t>
          </a:r>
          <a:r>
            <a:rPr lang="en-US" sz="1800" dirty="0" err="1"/>
            <a:t>dapat</a:t>
          </a:r>
          <a:r>
            <a:rPr lang="en-US" sz="1800" dirty="0"/>
            <a:t> </a:t>
          </a:r>
          <a:r>
            <a:rPr lang="en-US" sz="1800" dirty="0" err="1"/>
            <a:t>dilakukan</a:t>
          </a:r>
          <a:r>
            <a:rPr lang="en-US" sz="1800" dirty="0"/>
            <a:t> </a:t>
          </a:r>
          <a:r>
            <a:rPr lang="en-US" sz="1800" dirty="0" err="1"/>
            <a:t>secara</a:t>
          </a:r>
          <a:r>
            <a:rPr lang="en-US" sz="1800" dirty="0"/>
            <a:t> manual </a:t>
          </a:r>
          <a:r>
            <a:rPr lang="en-US" sz="1800" dirty="0" err="1"/>
            <a:t>atau</a:t>
          </a:r>
          <a:r>
            <a:rPr lang="en-US" sz="1800" dirty="0"/>
            <a:t> </a:t>
          </a:r>
          <a:r>
            <a:rPr lang="en-US" sz="1800" dirty="0" err="1"/>
            <a:t>menggunakan</a:t>
          </a:r>
          <a:r>
            <a:rPr lang="en-US" sz="1800" dirty="0"/>
            <a:t> </a:t>
          </a:r>
          <a:r>
            <a:rPr lang="en-US" sz="1800" dirty="0" err="1"/>
            <a:t>kalkulator</a:t>
          </a:r>
          <a:r>
            <a:rPr lang="en-US" sz="1800" dirty="0"/>
            <a:t>. Cara manual </a:t>
          </a:r>
          <a:r>
            <a:rPr lang="en-US" sz="1800" dirty="0" err="1"/>
            <a:t>tidak</a:t>
          </a:r>
          <a:r>
            <a:rPr lang="en-US" sz="1800" dirty="0"/>
            <a:t> </a:t>
          </a:r>
          <a:r>
            <a:rPr lang="en-US" sz="1800" dirty="0" err="1"/>
            <a:t>lagi</a:t>
          </a:r>
          <a:r>
            <a:rPr lang="en-US" sz="1800" dirty="0"/>
            <a:t> </a:t>
          </a:r>
          <a:r>
            <a:rPr lang="en-US" sz="1800" dirty="0" err="1"/>
            <a:t>efektif</a:t>
          </a:r>
          <a:r>
            <a:rPr lang="en-US" sz="1800" dirty="0"/>
            <a:t> </a:t>
          </a:r>
          <a:r>
            <a:rPr lang="en-US" sz="1800" dirty="0" err="1"/>
            <a:t>jika</a:t>
          </a:r>
          <a:r>
            <a:rPr lang="en-US" sz="1800" dirty="0"/>
            <a:t> </a:t>
          </a:r>
          <a:r>
            <a:rPr lang="en-US" sz="1800" dirty="0" err="1"/>
            <a:t>banyaknya</a:t>
          </a:r>
          <a:r>
            <a:rPr lang="en-US" sz="1800" dirty="0"/>
            <a:t>/</a:t>
          </a:r>
          <a:r>
            <a:rPr lang="en-US" sz="1800" dirty="0" err="1"/>
            <a:t>jumlah</a:t>
          </a:r>
          <a:r>
            <a:rPr lang="en-US" sz="1800" dirty="0"/>
            <a:t> </a:t>
          </a:r>
          <a:r>
            <a:rPr lang="en-US" sz="1800" dirty="0" err="1"/>
            <a:t>operasi</a:t>
          </a:r>
          <a:r>
            <a:rPr lang="en-US" sz="1800" dirty="0"/>
            <a:t> yang </a:t>
          </a:r>
          <a:r>
            <a:rPr lang="en-US" sz="1800" dirty="0" err="1"/>
            <a:t>diperlukan</a:t>
          </a:r>
          <a:r>
            <a:rPr lang="en-US" sz="1800" dirty="0"/>
            <a:t> </a:t>
          </a:r>
          <a:r>
            <a:rPr lang="en-US" sz="1800" dirty="0" err="1"/>
            <a:t>hingga</a:t>
          </a:r>
          <a:r>
            <a:rPr lang="en-US" sz="1800" dirty="0"/>
            <a:t> </a:t>
          </a:r>
          <a:r>
            <a:rPr lang="en-US" sz="1800" dirty="0" err="1"/>
            <a:t>jutaan</a:t>
          </a:r>
          <a:r>
            <a:rPr lang="en-US" sz="1800" dirty="0"/>
            <a:t> </a:t>
          </a:r>
          <a:r>
            <a:rPr lang="en-US" sz="1800" dirty="0" err="1"/>
            <a:t>operasi</a:t>
          </a:r>
          <a:r>
            <a:rPr lang="en-US" sz="1800" dirty="0"/>
            <a:t> </a:t>
          </a:r>
          <a:r>
            <a:rPr lang="en-US" sz="1800" dirty="0" err="1"/>
            <a:t>maka</a:t>
          </a:r>
          <a:r>
            <a:rPr lang="en-US" sz="1800" dirty="0"/>
            <a:t> </a:t>
          </a:r>
          <a:r>
            <a:rPr lang="en-US" sz="1800" dirty="0" err="1"/>
            <a:t>harus</a:t>
          </a:r>
          <a:r>
            <a:rPr lang="en-US" sz="1800" dirty="0"/>
            <a:t> </a:t>
          </a:r>
          <a:r>
            <a:rPr lang="en-US" sz="1800" dirty="0" err="1"/>
            <a:t>dilakukan</a:t>
          </a:r>
          <a:r>
            <a:rPr lang="en-US" sz="1800" dirty="0"/>
            <a:t> </a:t>
          </a:r>
          <a:r>
            <a:rPr lang="en-US" sz="1800" dirty="0" err="1"/>
            <a:t>dengan</a:t>
          </a:r>
          <a:r>
            <a:rPr lang="en-US" sz="1800" dirty="0"/>
            <a:t> </a:t>
          </a:r>
          <a:r>
            <a:rPr lang="en-US" sz="1800" dirty="0" err="1"/>
            <a:t>menggunakan</a:t>
          </a:r>
          <a:r>
            <a:rPr lang="en-US" sz="1800" dirty="0"/>
            <a:t> </a:t>
          </a:r>
          <a:r>
            <a:rPr lang="en-US" sz="1800" dirty="0" err="1"/>
            <a:t>komputer</a:t>
          </a:r>
          <a:r>
            <a:rPr lang="en-US" sz="1800" dirty="0"/>
            <a:t> </a:t>
          </a:r>
          <a:r>
            <a:rPr lang="en-US" sz="1800" dirty="0" err="1"/>
            <a:t>berkecepatan</a:t>
          </a:r>
          <a:r>
            <a:rPr lang="en-US" sz="1800" dirty="0"/>
            <a:t> </a:t>
          </a:r>
          <a:r>
            <a:rPr lang="en-US" sz="1800" dirty="0" err="1"/>
            <a:t>tinggi</a:t>
          </a:r>
          <a:r>
            <a:rPr lang="en-US" sz="1800" dirty="0"/>
            <a:t>.</a:t>
          </a:r>
        </a:p>
      </dgm:t>
    </dgm:pt>
    <dgm:pt modelId="{2B8FF0D1-168F-4737-95C3-58C32CC12796}" type="parTrans" cxnId="{72EB580A-3508-4FDF-8B0F-419142214B7A}">
      <dgm:prSet/>
      <dgm:spPr/>
      <dgm:t>
        <a:bodyPr/>
        <a:lstStyle/>
        <a:p>
          <a:endParaRPr lang="en-US"/>
        </a:p>
      </dgm:t>
    </dgm:pt>
    <dgm:pt modelId="{F5B63805-F1FD-4A96-9B67-99D02F92B9B4}" type="sibTrans" cxnId="{72EB580A-3508-4FDF-8B0F-419142214B7A}">
      <dgm:prSet/>
      <dgm:spPr/>
      <dgm:t>
        <a:bodyPr/>
        <a:lstStyle/>
        <a:p>
          <a:endParaRPr lang="en-US"/>
        </a:p>
      </dgm:t>
    </dgm:pt>
    <dgm:pt modelId="{2C1717EF-584A-4F34-9716-04387E15CA93}">
      <dgm:prSet/>
      <dgm:spPr/>
      <dgm:t>
        <a:bodyPr/>
        <a:lstStyle/>
        <a:p>
          <a:r>
            <a:rPr lang="en-US" dirty="0" err="1"/>
            <a:t>Komputer</a:t>
          </a:r>
          <a:r>
            <a:rPr lang="en-US" dirty="0"/>
            <a:t> </a:t>
          </a:r>
          <a:r>
            <a:rPr lang="en-US" dirty="0" err="1"/>
            <a:t>berperan</a:t>
          </a:r>
          <a:r>
            <a:rPr lang="en-US" dirty="0"/>
            <a:t> </a:t>
          </a:r>
          <a:r>
            <a:rPr lang="en-US" dirty="0" err="1"/>
            <a:t>besar</a:t>
          </a:r>
          <a:r>
            <a:rPr lang="en-US" dirty="0"/>
            <a:t> </a:t>
          </a:r>
          <a:r>
            <a:rPr lang="en-US" dirty="0" err="1"/>
            <a:t>dalam</a:t>
          </a:r>
          <a:r>
            <a:rPr lang="en-US" dirty="0"/>
            <a:t> </a:t>
          </a:r>
          <a:r>
            <a:rPr lang="en-US" dirty="0" err="1"/>
            <a:t>perkembangan</a:t>
          </a:r>
          <a:r>
            <a:rPr lang="en-US" dirty="0"/>
            <a:t> </a:t>
          </a:r>
          <a:r>
            <a:rPr lang="en-US" dirty="0" err="1"/>
            <a:t>bidang</a:t>
          </a:r>
          <a:r>
            <a:rPr lang="en-US" dirty="0"/>
            <a:t> </a:t>
          </a:r>
          <a:r>
            <a:rPr lang="en-US" dirty="0" err="1"/>
            <a:t>metode</a:t>
          </a:r>
          <a:r>
            <a:rPr lang="en-US" dirty="0"/>
            <a:t> </a:t>
          </a:r>
          <a:r>
            <a:rPr lang="en-US" dirty="0" err="1"/>
            <a:t>numerik</a:t>
          </a:r>
          <a:r>
            <a:rPr lang="en-US" dirty="0"/>
            <a:t>. Hal </a:t>
          </a:r>
          <a:r>
            <a:rPr lang="en-US" dirty="0" err="1"/>
            <a:t>ini</a:t>
          </a:r>
          <a:r>
            <a:rPr lang="en-US" dirty="0"/>
            <a:t> </a:t>
          </a:r>
          <a:r>
            <a:rPr lang="en-US" dirty="0" err="1"/>
            <a:t>mudah</a:t>
          </a:r>
          <a:r>
            <a:rPr lang="en-US" dirty="0"/>
            <a:t> </a:t>
          </a:r>
          <a:r>
            <a:rPr lang="en-US" dirty="0" err="1"/>
            <a:t>dimengerti</a:t>
          </a:r>
          <a:r>
            <a:rPr lang="en-US" dirty="0"/>
            <a:t> </a:t>
          </a:r>
          <a:r>
            <a:rPr lang="en-US" dirty="0" err="1"/>
            <a:t>karena</a:t>
          </a:r>
          <a:r>
            <a:rPr lang="en-US" dirty="0"/>
            <a:t> </a:t>
          </a:r>
          <a:r>
            <a:rPr lang="en-US" dirty="0" err="1"/>
            <a:t>perhitungan</a:t>
          </a:r>
          <a:r>
            <a:rPr lang="en-US" dirty="0"/>
            <a:t> </a:t>
          </a:r>
          <a:r>
            <a:rPr lang="en-US" dirty="0" err="1"/>
            <a:t>dengan</a:t>
          </a:r>
          <a:r>
            <a:rPr lang="en-US" dirty="0"/>
            <a:t> </a:t>
          </a:r>
          <a:r>
            <a:rPr lang="en-US" dirty="0" err="1"/>
            <a:t>metode</a:t>
          </a:r>
          <a:r>
            <a:rPr lang="en-US" dirty="0"/>
            <a:t> </a:t>
          </a:r>
          <a:r>
            <a:rPr lang="en-US" dirty="0" err="1"/>
            <a:t>numerik</a:t>
          </a:r>
          <a:r>
            <a:rPr lang="en-US" dirty="0"/>
            <a:t> </a:t>
          </a:r>
          <a:r>
            <a:rPr lang="en-US" dirty="0" err="1"/>
            <a:t>adalah</a:t>
          </a:r>
          <a:r>
            <a:rPr lang="en-US" dirty="0"/>
            <a:t> </a:t>
          </a:r>
          <a:r>
            <a:rPr lang="en-US" dirty="0" err="1"/>
            <a:t>berupa</a:t>
          </a:r>
          <a:r>
            <a:rPr lang="en-US" dirty="0"/>
            <a:t> </a:t>
          </a:r>
          <a:r>
            <a:rPr lang="en-US" dirty="0" err="1"/>
            <a:t>operasi</a:t>
          </a:r>
          <a:r>
            <a:rPr lang="en-US" dirty="0"/>
            <a:t> </a:t>
          </a:r>
          <a:r>
            <a:rPr lang="en-US" dirty="0" err="1"/>
            <a:t>aritmetika</a:t>
          </a:r>
          <a:r>
            <a:rPr lang="en-US" dirty="0"/>
            <a:t> </a:t>
          </a:r>
          <a:r>
            <a:rPr lang="en-US" dirty="0" err="1"/>
            <a:t>seperti</a:t>
          </a:r>
          <a:r>
            <a:rPr lang="en-US" dirty="0"/>
            <a:t> </a:t>
          </a:r>
          <a:r>
            <a:rPr lang="en-US" dirty="0" err="1"/>
            <a:t>penjumlahan</a:t>
          </a:r>
          <a:r>
            <a:rPr lang="en-US" dirty="0"/>
            <a:t>, </a:t>
          </a:r>
          <a:r>
            <a:rPr lang="en-US" dirty="0" err="1"/>
            <a:t>perkalian</a:t>
          </a:r>
          <a:r>
            <a:rPr lang="en-US" dirty="0"/>
            <a:t>, </a:t>
          </a:r>
          <a:r>
            <a:rPr lang="en-US" dirty="0" err="1"/>
            <a:t>pembagian</a:t>
          </a:r>
          <a:r>
            <a:rPr lang="en-US" dirty="0"/>
            <a:t>, plus </a:t>
          </a:r>
          <a:r>
            <a:rPr lang="en-US" dirty="0" err="1"/>
            <a:t>membuat</a:t>
          </a:r>
          <a:r>
            <a:rPr lang="en-US" dirty="0"/>
            <a:t> </a:t>
          </a:r>
          <a:r>
            <a:rPr lang="en-US" dirty="0" err="1"/>
            <a:t>perbandingan</a:t>
          </a:r>
          <a:r>
            <a:rPr lang="en-US" dirty="0"/>
            <a:t>. </a:t>
          </a:r>
          <a:r>
            <a:rPr lang="en-US" dirty="0" err="1"/>
            <a:t>Dalam</a:t>
          </a:r>
          <a:r>
            <a:rPr lang="en-US" dirty="0"/>
            <a:t> </a:t>
          </a:r>
          <a:r>
            <a:rPr lang="en-US" dirty="0" err="1"/>
            <a:t>hal</a:t>
          </a:r>
          <a:r>
            <a:rPr lang="en-US" dirty="0"/>
            <a:t> </a:t>
          </a:r>
          <a:r>
            <a:rPr lang="en-US" dirty="0" err="1"/>
            <a:t>ini</a:t>
          </a:r>
          <a:r>
            <a:rPr lang="en-US" dirty="0"/>
            <a:t>, </a:t>
          </a:r>
          <a:r>
            <a:rPr lang="en-US" dirty="0" err="1"/>
            <a:t>komputer</a:t>
          </a:r>
          <a:r>
            <a:rPr lang="en-US" dirty="0"/>
            <a:t> </a:t>
          </a:r>
          <a:r>
            <a:rPr lang="en-US" dirty="0" err="1"/>
            <a:t>berperanan</a:t>
          </a:r>
          <a:r>
            <a:rPr lang="en-US" dirty="0"/>
            <a:t> </a:t>
          </a:r>
          <a:r>
            <a:rPr lang="en-US" dirty="0" err="1"/>
            <a:t>mempercepat</a:t>
          </a:r>
          <a:r>
            <a:rPr lang="en-US" dirty="0"/>
            <a:t> proses </a:t>
          </a:r>
          <a:r>
            <a:rPr lang="en-US" dirty="0" err="1"/>
            <a:t>perhitungan</a:t>
          </a:r>
          <a:r>
            <a:rPr lang="en-US" dirty="0"/>
            <a:t> </a:t>
          </a:r>
          <a:r>
            <a:rPr lang="en-US" dirty="0" err="1"/>
            <a:t>tanpa</a:t>
          </a:r>
          <a:r>
            <a:rPr lang="en-US" dirty="0"/>
            <a:t> </a:t>
          </a:r>
          <a:r>
            <a:rPr lang="en-US" dirty="0" err="1"/>
            <a:t>membuat</a:t>
          </a:r>
          <a:r>
            <a:rPr lang="en-US" dirty="0"/>
            <a:t> </a:t>
          </a:r>
          <a:r>
            <a:rPr lang="en-US" dirty="0" err="1"/>
            <a:t>kesalahan</a:t>
          </a:r>
          <a:r>
            <a:rPr lang="en-US" dirty="0"/>
            <a:t>.</a:t>
          </a:r>
        </a:p>
      </dgm:t>
    </dgm:pt>
    <dgm:pt modelId="{BD2C7765-3441-4D05-99AD-28290567CDAD}" type="parTrans" cxnId="{5C878C9F-572B-4671-B63F-6536F318DB71}">
      <dgm:prSet/>
      <dgm:spPr/>
      <dgm:t>
        <a:bodyPr/>
        <a:lstStyle/>
        <a:p>
          <a:endParaRPr lang="en-US"/>
        </a:p>
      </dgm:t>
    </dgm:pt>
    <dgm:pt modelId="{71C11B1E-D5C5-42AA-9361-BDBBCA4FB93F}" type="sibTrans" cxnId="{5C878C9F-572B-4671-B63F-6536F318DB71}">
      <dgm:prSet/>
      <dgm:spPr/>
      <dgm:t>
        <a:bodyPr/>
        <a:lstStyle/>
        <a:p>
          <a:endParaRPr lang="en-US"/>
        </a:p>
      </dgm:t>
    </dgm:pt>
    <dgm:pt modelId="{887D38EC-496D-4B8D-BD8A-8C56EA9C93E2}" type="pres">
      <dgm:prSet presAssocID="{AE7B967E-DF19-4033-AC88-2BB4B276E65E}" presName="linear" presStyleCnt="0">
        <dgm:presLayoutVars>
          <dgm:animLvl val="lvl"/>
          <dgm:resizeHandles val="exact"/>
        </dgm:presLayoutVars>
      </dgm:prSet>
      <dgm:spPr/>
    </dgm:pt>
    <dgm:pt modelId="{4794526A-7835-4EE9-8566-15F9569D142B}" type="pres">
      <dgm:prSet presAssocID="{E9F978ED-4B26-4E5D-B99F-4D6B84860002}" presName="parentText" presStyleLbl="node1" presStyleIdx="0" presStyleCnt="2" custLinFactY="-7431" custLinFactNeighborY="-100000">
        <dgm:presLayoutVars>
          <dgm:chMax val="0"/>
          <dgm:bulletEnabled val="1"/>
        </dgm:presLayoutVars>
      </dgm:prSet>
      <dgm:spPr/>
    </dgm:pt>
    <dgm:pt modelId="{C404AC14-81BA-49F2-A940-225934DB2A3D}" type="pres">
      <dgm:prSet presAssocID="{F5B63805-F1FD-4A96-9B67-99D02F92B9B4}" presName="spacer" presStyleCnt="0"/>
      <dgm:spPr/>
    </dgm:pt>
    <dgm:pt modelId="{7F2B2613-427F-4F86-9BF4-9BA12D47E681}" type="pres">
      <dgm:prSet presAssocID="{2C1717EF-584A-4F34-9716-04387E15CA93}" presName="parentText" presStyleLbl="node1" presStyleIdx="1" presStyleCnt="2">
        <dgm:presLayoutVars>
          <dgm:chMax val="0"/>
          <dgm:bulletEnabled val="1"/>
        </dgm:presLayoutVars>
      </dgm:prSet>
      <dgm:spPr/>
    </dgm:pt>
  </dgm:ptLst>
  <dgm:cxnLst>
    <dgm:cxn modelId="{72EB580A-3508-4FDF-8B0F-419142214B7A}" srcId="{AE7B967E-DF19-4033-AC88-2BB4B276E65E}" destId="{E9F978ED-4B26-4E5D-B99F-4D6B84860002}" srcOrd="0" destOrd="0" parTransId="{2B8FF0D1-168F-4737-95C3-58C32CC12796}" sibTransId="{F5B63805-F1FD-4A96-9B67-99D02F92B9B4}"/>
    <dgm:cxn modelId="{6D383340-7BAC-4254-BCDE-E8735360F6DD}" type="presOf" srcId="{E9F978ED-4B26-4E5D-B99F-4D6B84860002}" destId="{4794526A-7835-4EE9-8566-15F9569D142B}" srcOrd="0" destOrd="0" presId="urn:microsoft.com/office/officeart/2005/8/layout/vList2"/>
    <dgm:cxn modelId="{8915F247-512C-48F8-B03B-5CE11797EA4F}" type="presOf" srcId="{AE7B967E-DF19-4033-AC88-2BB4B276E65E}" destId="{887D38EC-496D-4B8D-BD8A-8C56EA9C93E2}" srcOrd="0" destOrd="0" presId="urn:microsoft.com/office/officeart/2005/8/layout/vList2"/>
    <dgm:cxn modelId="{7B7CF48F-C22F-46A2-856A-8CEB61725D2E}" type="presOf" srcId="{2C1717EF-584A-4F34-9716-04387E15CA93}" destId="{7F2B2613-427F-4F86-9BF4-9BA12D47E681}" srcOrd="0" destOrd="0" presId="urn:microsoft.com/office/officeart/2005/8/layout/vList2"/>
    <dgm:cxn modelId="{5C878C9F-572B-4671-B63F-6536F318DB71}" srcId="{AE7B967E-DF19-4033-AC88-2BB4B276E65E}" destId="{2C1717EF-584A-4F34-9716-04387E15CA93}" srcOrd="1" destOrd="0" parTransId="{BD2C7765-3441-4D05-99AD-28290567CDAD}" sibTransId="{71C11B1E-D5C5-42AA-9361-BDBBCA4FB93F}"/>
    <dgm:cxn modelId="{44E69D06-080A-42B8-A81C-5D44BA7F2CB8}" type="presParOf" srcId="{887D38EC-496D-4B8D-BD8A-8C56EA9C93E2}" destId="{4794526A-7835-4EE9-8566-15F9569D142B}" srcOrd="0" destOrd="0" presId="urn:microsoft.com/office/officeart/2005/8/layout/vList2"/>
    <dgm:cxn modelId="{9DE074E5-865C-40E3-B028-6B46586820BA}" type="presParOf" srcId="{887D38EC-496D-4B8D-BD8A-8C56EA9C93E2}" destId="{C404AC14-81BA-49F2-A940-225934DB2A3D}" srcOrd="1" destOrd="0" presId="urn:microsoft.com/office/officeart/2005/8/layout/vList2"/>
    <dgm:cxn modelId="{8DCF9CDA-99A9-486A-B39B-72464F88236A}" type="presParOf" srcId="{887D38EC-496D-4B8D-BD8A-8C56EA9C93E2}" destId="{7F2B2613-427F-4F86-9BF4-9BA12D47E681}" srcOrd="2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22E04140-CDCF-4A16-BD46-13CCFBA1E90B}" type="doc">
      <dgm:prSet loTypeId="urn:microsoft.com/office/officeart/2005/8/layout/vList2" loCatId="list" qsTypeId="urn:microsoft.com/office/officeart/2005/8/quickstyle/simple1" qsCatId="simple" csTypeId="urn:microsoft.com/office/officeart/2005/8/colors/colorful5" csCatId="colorful" phldr="1"/>
      <dgm:spPr/>
      <dgm:t>
        <a:bodyPr/>
        <a:lstStyle/>
        <a:p>
          <a:endParaRPr lang="en-US"/>
        </a:p>
      </dgm:t>
    </dgm:pt>
    <dgm:pt modelId="{B2787E9E-010D-47F5-B32B-5EB728765F80}">
      <dgm:prSet/>
      <dgm:spPr/>
      <dgm:t>
        <a:bodyPr/>
        <a:lstStyle/>
        <a:p>
          <a:r>
            <a:rPr lang="en-US" dirty="0">
              <a:latin typeface="Arial" panose="020B0604020202020204" pitchFamily="34" charset="0"/>
              <a:cs typeface="Arial" panose="020B0604020202020204" pitchFamily="34" charset="0"/>
            </a:rPr>
            <a:t>Nilai </a:t>
          </a:r>
          <a:r>
            <a:rPr lang="en-US" dirty="0" err="1">
              <a:latin typeface="Arial" panose="020B0604020202020204" pitchFamily="34" charset="0"/>
              <a:cs typeface="Arial" panose="020B0604020202020204" pitchFamily="34" charset="0"/>
            </a:rPr>
            <a:t>signifikan</a:t>
          </a:r>
          <a:r>
            <a:rPr lang="en-US" dirty="0">
              <a:latin typeface="Arial" panose="020B0604020202020204" pitchFamily="34" charset="0"/>
              <a:cs typeface="Arial" panose="020B0604020202020204" pitchFamily="34" charset="0"/>
            </a:rPr>
            <a:t> </a:t>
          </a:r>
          <a:r>
            <a:rPr lang="en-US" dirty="0" err="1">
              <a:latin typeface="Arial" panose="020B0604020202020204" pitchFamily="34" charset="0"/>
              <a:cs typeface="Arial" panose="020B0604020202020204" pitchFamily="34" charset="0"/>
            </a:rPr>
            <a:t>adalah</a:t>
          </a:r>
          <a:r>
            <a:rPr lang="en-US" dirty="0">
              <a:latin typeface="Arial" panose="020B0604020202020204" pitchFamily="34" charset="0"/>
              <a:cs typeface="Arial" panose="020B0604020202020204" pitchFamily="34" charset="0"/>
            </a:rPr>
            <a:t> </a:t>
          </a:r>
          <a:r>
            <a:rPr lang="en-US" dirty="0" err="1">
              <a:latin typeface="Arial" panose="020B0604020202020204" pitchFamily="34" charset="0"/>
              <a:cs typeface="Arial" panose="020B0604020202020204" pitchFamily="34" charset="0"/>
            </a:rPr>
            <a:t>suatu</a:t>
          </a:r>
          <a:r>
            <a:rPr lang="en-US" dirty="0">
              <a:latin typeface="Arial" panose="020B0604020202020204" pitchFamily="34" charset="0"/>
              <a:cs typeface="Arial" panose="020B0604020202020204" pitchFamily="34" charset="0"/>
            </a:rPr>
            <a:t> </a:t>
          </a:r>
          <a:r>
            <a:rPr lang="en-US" dirty="0" err="1">
              <a:latin typeface="Arial" panose="020B0604020202020204" pitchFamily="34" charset="0"/>
              <a:cs typeface="Arial" panose="020B0604020202020204" pitchFamily="34" charset="0"/>
            </a:rPr>
            <a:t>nilai</a:t>
          </a:r>
          <a:r>
            <a:rPr lang="en-US" dirty="0">
              <a:latin typeface="Arial" panose="020B0604020202020204" pitchFamily="34" charset="0"/>
              <a:cs typeface="Arial" panose="020B0604020202020204" pitchFamily="34" charset="0"/>
            </a:rPr>
            <a:t> </a:t>
          </a:r>
          <a:r>
            <a:rPr lang="en-US" dirty="0" err="1">
              <a:latin typeface="Arial" panose="020B0604020202020204" pitchFamily="34" charset="0"/>
              <a:cs typeface="Arial" panose="020B0604020202020204" pitchFamily="34" charset="0"/>
            </a:rPr>
            <a:t>dimana</a:t>
          </a:r>
          <a:r>
            <a:rPr lang="en-US" dirty="0">
              <a:latin typeface="Arial" panose="020B0604020202020204" pitchFamily="34" charset="0"/>
              <a:cs typeface="Arial" panose="020B0604020202020204" pitchFamily="34" charset="0"/>
            </a:rPr>
            <a:t> </a:t>
          </a:r>
          <a:r>
            <a:rPr lang="en-US" dirty="0" err="1">
              <a:latin typeface="Arial" panose="020B0604020202020204" pitchFamily="34" charset="0"/>
              <a:cs typeface="Arial" panose="020B0604020202020204" pitchFamily="34" charset="0"/>
            </a:rPr>
            <a:t>jumlah</a:t>
          </a:r>
          <a:r>
            <a:rPr lang="en-US" dirty="0">
              <a:latin typeface="Arial" panose="020B0604020202020204" pitchFamily="34" charset="0"/>
              <a:cs typeface="Arial" panose="020B0604020202020204" pitchFamily="34" charset="0"/>
            </a:rPr>
            <a:t> </a:t>
          </a:r>
          <a:r>
            <a:rPr lang="en-US" dirty="0" err="1">
              <a:latin typeface="Arial" panose="020B0604020202020204" pitchFamily="34" charset="0"/>
              <a:cs typeface="Arial" panose="020B0604020202020204" pitchFamily="34" charset="0"/>
            </a:rPr>
            <a:t>angkaditentukan</a:t>
          </a:r>
          <a:r>
            <a:rPr lang="en-US" dirty="0">
              <a:latin typeface="Arial" panose="020B0604020202020204" pitchFamily="34" charset="0"/>
              <a:cs typeface="Arial" panose="020B0604020202020204" pitchFamily="34" charset="0"/>
            </a:rPr>
            <a:t> </a:t>
          </a:r>
          <a:r>
            <a:rPr lang="en-US" dirty="0" err="1">
              <a:latin typeface="Arial" panose="020B0604020202020204" pitchFamily="34" charset="0"/>
              <a:cs typeface="Arial" panose="020B0604020202020204" pitchFamily="34" charset="0"/>
            </a:rPr>
            <a:t>sebagai</a:t>
          </a:r>
          <a:r>
            <a:rPr lang="en-US" dirty="0">
              <a:latin typeface="Arial" panose="020B0604020202020204" pitchFamily="34" charset="0"/>
              <a:cs typeface="Arial" panose="020B0604020202020204" pitchFamily="34" charset="0"/>
            </a:rPr>
            <a:t> </a:t>
          </a:r>
          <a:r>
            <a:rPr lang="en-US" dirty="0" err="1">
              <a:latin typeface="Arial" panose="020B0604020202020204" pitchFamily="34" charset="0"/>
              <a:cs typeface="Arial" panose="020B0604020202020204" pitchFamily="34" charset="0"/>
            </a:rPr>
            <a:t>batas</a:t>
          </a:r>
          <a:r>
            <a:rPr lang="en-US" dirty="0">
              <a:latin typeface="Arial" panose="020B0604020202020204" pitchFamily="34" charset="0"/>
              <a:cs typeface="Arial" panose="020B0604020202020204" pitchFamily="34" charset="0"/>
            </a:rPr>
            <a:t> </a:t>
          </a:r>
          <a:r>
            <a:rPr lang="en-US" dirty="0" err="1">
              <a:latin typeface="Arial" panose="020B0604020202020204" pitchFamily="34" charset="0"/>
              <a:cs typeface="Arial" panose="020B0604020202020204" pitchFamily="34" charset="0"/>
            </a:rPr>
            <a:t>nilai</a:t>
          </a:r>
          <a:r>
            <a:rPr lang="en-US" dirty="0">
              <a:latin typeface="Arial" panose="020B0604020202020204" pitchFamily="34" charset="0"/>
              <a:cs typeface="Arial" panose="020B0604020202020204" pitchFamily="34" charset="0"/>
            </a:rPr>
            <a:t> </a:t>
          </a:r>
          <a:r>
            <a:rPr lang="en-US" dirty="0" err="1">
              <a:latin typeface="Arial" panose="020B0604020202020204" pitchFamily="34" charset="0"/>
              <a:cs typeface="Arial" panose="020B0604020202020204" pitchFamily="34" charset="0"/>
            </a:rPr>
            <a:t>tersebut</a:t>
          </a:r>
          <a:r>
            <a:rPr lang="en-US" dirty="0">
              <a:latin typeface="Arial" panose="020B0604020202020204" pitchFamily="34" charset="0"/>
              <a:cs typeface="Arial" panose="020B0604020202020204" pitchFamily="34" charset="0"/>
            </a:rPr>
            <a:t> </a:t>
          </a:r>
          <a:r>
            <a:rPr lang="en-US" dirty="0" err="1">
              <a:latin typeface="Arial" panose="020B0604020202020204" pitchFamily="34" charset="0"/>
              <a:cs typeface="Arial" panose="020B0604020202020204" pitchFamily="34" charset="0"/>
            </a:rPr>
            <a:t>diterima</a:t>
          </a:r>
          <a:r>
            <a:rPr lang="en-US" dirty="0">
              <a:latin typeface="Arial" panose="020B0604020202020204" pitchFamily="34" charset="0"/>
              <a:cs typeface="Arial" panose="020B0604020202020204" pitchFamily="34" charset="0"/>
            </a:rPr>
            <a:t> </a:t>
          </a:r>
          <a:r>
            <a:rPr lang="en-US" dirty="0" err="1">
              <a:latin typeface="Arial" panose="020B0604020202020204" pitchFamily="34" charset="0"/>
              <a:cs typeface="Arial" panose="020B0604020202020204" pitchFamily="34" charset="0"/>
            </a:rPr>
            <a:t>atau</a:t>
          </a:r>
          <a:r>
            <a:rPr lang="en-US" dirty="0">
              <a:latin typeface="Arial" panose="020B0604020202020204" pitchFamily="34" charset="0"/>
              <a:cs typeface="Arial" panose="020B0604020202020204" pitchFamily="34" charset="0"/>
            </a:rPr>
            <a:t> </a:t>
          </a:r>
          <a:r>
            <a:rPr lang="en-US" dirty="0" err="1">
              <a:latin typeface="Arial" panose="020B0604020202020204" pitchFamily="34" charset="0"/>
              <a:cs typeface="Arial" panose="020B0604020202020204" pitchFamily="34" charset="0"/>
            </a:rPr>
            <a:t>tidak</a:t>
          </a:r>
          <a:r>
            <a:rPr lang="en-US" dirty="0">
              <a:latin typeface="Arial" panose="020B0604020202020204" pitchFamily="34" charset="0"/>
              <a:cs typeface="Arial" panose="020B0604020202020204" pitchFamily="34" charset="0"/>
            </a:rPr>
            <a:t>.</a:t>
          </a:r>
        </a:p>
      </dgm:t>
    </dgm:pt>
    <dgm:pt modelId="{8062E052-4C64-4E85-8CA9-A306E92148D9}" type="parTrans" cxnId="{4907EB60-1C23-4417-A22D-6D2EA98AFA4B}">
      <dgm:prSet/>
      <dgm:spPr/>
      <dgm:t>
        <a:bodyPr/>
        <a:lstStyle/>
        <a:p>
          <a:endParaRPr lang="en-US"/>
        </a:p>
      </dgm:t>
    </dgm:pt>
    <dgm:pt modelId="{58BDAFB2-DEA6-49B9-B796-F976AD758824}" type="sibTrans" cxnId="{4907EB60-1C23-4417-A22D-6D2EA98AFA4B}">
      <dgm:prSet/>
      <dgm:spPr/>
      <dgm:t>
        <a:bodyPr/>
        <a:lstStyle/>
        <a:p>
          <a:endParaRPr lang="en-US"/>
        </a:p>
      </dgm:t>
    </dgm:pt>
    <dgm:pt modelId="{EE7CCD4D-2BAA-40F5-9817-92E3FBA21A3B}">
      <dgm:prSet/>
      <dgm:spPr/>
      <dgm:t>
        <a:bodyPr/>
        <a:lstStyle/>
        <a:p>
          <a:r>
            <a:rPr lang="en-US" dirty="0" err="1">
              <a:latin typeface="Arial" panose="020B0604020202020204" pitchFamily="34" charset="0"/>
              <a:cs typeface="Arial" panose="020B0604020202020204" pitchFamily="34" charset="0"/>
            </a:rPr>
            <a:t>Contoh</a:t>
          </a:r>
          <a:r>
            <a:rPr lang="en-US" dirty="0">
              <a:latin typeface="Arial" panose="020B0604020202020204" pitchFamily="34" charset="0"/>
              <a:cs typeface="Arial" panose="020B0604020202020204" pitchFamily="34" charset="0"/>
            </a:rPr>
            <a:t> ; </a:t>
          </a:r>
          <a:r>
            <a:rPr lang="en-US" dirty="0" err="1">
              <a:latin typeface="Arial" panose="020B0604020202020204" pitchFamily="34" charset="0"/>
              <a:cs typeface="Arial" panose="020B0604020202020204" pitchFamily="34" charset="0"/>
            </a:rPr>
            <a:t>nilai</a:t>
          </a:r>
          <a:r>
            <a:rPr lang="en-US" dirty="0">
              <a:latin typeface="Arial" panose="020B0604020202020204" pitchFamily="34" charset="0"/>
              <a:cs typeface="Arial" panose="020B0604020202020204" pitchFamily="34" charset="0"/>
            </a:rPr>
            <a:t> pada </a:t>
          </a:r>
          <a:r>
            <a:rPr lang="en-US" dirty="0" err="1">
              <a:latin typeface="Arial" panose="020B0604020202020204" pitchFamily="34" charset="0"/>
              <a:cs typeface="Arial" panose="020B0604020202020204" pitchFamily="34" charset="0"/>
            </a:rPr>
            <a:t>penggaris</a:t>
          </a:r>
          <a:r>
            <a:rPr lang="en-US" dirty="0">
              <a:latin typeface="Arial" panose="020B0604020202020204" pitchFamily="34" charset="0"/>
              <a:cs typeface="Arial" panose="020B0604020202020204" pitchFamily="34" charset="0"/>
            </a:rPr>
            <a:t> </a:t>
          </a:r>
          <a:r>
            <a:rPr lang="en-US" dirty="0" err="1">
              <a:latin typeface="Arial" panose="020B0604020202020204" pitchFamily="34" charset="0"/>
              <a:cs typeface="Arial" panose="020B0604020202020204" pitchFamily="34" charset="0"/>
            </a:rPr>
            <a:t>menunjukkan</a:t>
          </a:r>
          <a:r>
            <a:rPr lang="en-US" dirty="0">
              <a:latin typeface="Arial" panose="020B0604020202020204" pitchFamily="34" charset="0"/>
              <a:cs typeface="Arial" panose="020B0604020202020204" pitchFamily="34" charset="0"/>
            </a:rPr>
            <a:t> pada strip / garis </a:t>
          </a:r>
          <a:r>
            <a:rPr lang="en-US" dirty="0" err="1">
              <a:latin typeface="Arial" panose="020B0604020202020204" pitchFamily="34" charset="0"/>
              <a:cs typeface="Arial" panose="020B0604020202020204" pitchFamily="34" charset="0"/>
            </a:rPr>
            <a:t>antara</a:t>
          </a:r>
          <a:r>
            <a:rPr lang="en-US" dirty="0">
              <a:latin typeface="Arial" panose="020B0604020202020204" pitchFamily="34" charset="0"/>
              <a:cs typeface="Arial" panose="020B0604020202020204" pitchFamily="34" charset="0"/>
            </a:rPr>
            <a:t> </a:t>
          </a:r>
          <a:r>
            <a:rPr lang="en-US" dirty="0" err="1">
              <a:latin typeface="Arial" panose="020B0604020202020204" pitchFamily="34" charset="0"/>
              <a:cs typeface="Arial" panose="020B0604020202020204" pitchFamily="34" charset="0"/>
            </a:rPr>
            <a:t>angka</a:t>
          </a:r>
          <a:r>
            <a:rPr lang="en-US" dirty="0">
              <a:latin typeface="Arial" panose="020B0604020202020204" pitchFamily="34" charset="0"/>
              <a:cs typeface="Arial" panose="020B0604020202020204" pitchFamily="34" charset="0"/>
            </a:rPr>
            <a:t> 59 dan 60. </a:t>
          </a:r>
        </a:p>
      </dgm:t>
    </dgm:pt>
    <dgm:pt modelId="{A00BDD3F-E1F7-4643-B144-1B5FF1886DFE}" type="parTrans" cxnId="{38FC4CD5-9DD5-47B4-9D86-DD78D9D06BC7}">
      <dgm:prSet/>
      <dgm:spPr/>
      <dgm:t>
        <a:bodyPr/>
        <a:lstStyle/>
        <a:p>
          <a:endParaRPr lang="en-US"/>
        </a:p>
      </dgm:t>
    </dgm:pt>
    <dgm:pt modelId="{D58EAF50-272F-4691-B52B-9BCA33F10EE7}" type="sibTrans" cxnId="{38FC4CD5-9DD5-47B4-9D86-DD78D9D06BC7}">
      <dgm:prSet/>
      <dgm:spPr/>
      <dgm:t>
        <a:bodyPr/>
        <a:lstStyle/>
        <a:p>
          <a:endParaRPr lang="en-US"/>
        </a:p>
      </dgm:t>
    </dgm:pt>
    <dgm:pt modelId="{BAB668BD-7958-4170-B0B9-96A654E25CA0}">
      <dgm:prSet/>
      <dgm:spPr/>
      <dgm:t>
        <a:bodyPr/>
        <a:lstStyle/>
        <a:p>
          <a:r>
            <a:rPr lang="en-US" dirty="0">
              <a:latin typeface="Arial" panose="020B0604020202020204" pitchFamily="34" charset="0"/>
              <a:cs typeface="Arial" panose="020B0604020202020204" pitchFamily="34" charset="0"/>
            </a:rPr>
            <a:t>Jika pada </a:t>
          </a:r>
          <a:r>
            <a:rPr lang="en-US" dirty="0" err="1">
              <a:latin typeface="Arial" panose="020B0604020202020204" pitchFamily="34" charset="0"/>
              <a:cs typeface="Arial" panose="020B0604020202020204" pitchFamily="34" charset="0"/>
            </a:rPr>
            <a:t>kasus</a:t>
          </a:r>
          <a:r>
            <a:rPr lang="en-US" dirty="0">
              <a:latin typeface="Arial" panose="020B0604020202020204" pitchFamily="34" charset="0"/>
              <a:cs typeface="Arial" panose="020B0604020202020204" pitchFamily="34" charset="0"/>
            </a:rPr>
            <a:t> </a:t>
          </a:r>
          <a:r>
            <a:rPr lang="en-US" dirty="0" err="1">
              <a:latin typeface="Arial" panose="020B0604020202020204" pitchFamily="34" charset="0"/>
              <a:cs typeface="Arial" panose="020B0604020202020204" pitchFamily="34" charset="0"/>
            </a:rPr>
            <a:t>ini</a:t>
          </a:r>
          <a:r>
            <a:rPr lang="en-US" dirty="0">
              <a:latin typeface="Arial" panose="020B0604020202020204" pitchFamily="34" charset="0"/>
              <a:cs typeface="Arial" panose="020B0604020202020204" pitchFamily="34" charset="0"/>
            </a:rPr>
            <a:t> </a:t>
          </a:r>
          <a:r>
            <a:rPr lang="en-US" dirty="0" err="1">
              <a:latin typeface="Arial" panose="020B0604020202020204" pitchFamily="34" charset="0"/>
              <a:cs typeface="Arial" panose="020B0604020202020204" pitchFamily="34" charset="0"/>
            </a:rPr>
            <a:t>nilai</a:t>
          </a:r>
          <a:r>
            <a:rPr lang="en-US" dirty="0">
              <a:latin typeface="Arial" panose="020B0604020202020204" pitchFamily="34" charset="0"/>
              <a:cs typeface="Arial" panose="020B0604020202020204" pitchFamily="34" charset="0"/>
            </a:rPr>
            <a:t> </a:t>
          </a:r>
          <a:r>
            <a:rPr lang="en-US" dirty="0" err="1">
              <a:latin typeface="Arial" panose="020B0604020202020204" pitchFamily="34" charset="0"/>
              <a:cs typeface="Arial" panose="020B0604020202020204" pitchFamily="34" charset="0"/>
            </a:rPr>
            <a:t>signifikan</a:t>
          </a:r>
          <a:r>
            <a:rPr lang="en-US" dirty="0">
              <a:latin typeface="Arial" panose="020B0604020202020204" pitchFamily="34" charset="0"/>
              <a:cs typeface="Arial" panose="020B0604020202020204" pitchFamily="34" charset="0"/>
            </a:rPr>
            <a:t> = 1 </a:t>
          </a:r>
          <a:r>
            <a:rPr lang="en-US" dirty="0" err="1">
              <a:latin typeface="Arial" panose="020B0604020202020204" pitchFamily="34" charset="0"/>
              <a:cs typeface="Arial" panose="020B0604020202020204" pitchFamily="34" charset="0"/>
            </a:rPr>
            <a:t>maka</a:t>
          </a:r>
          <a:r>
            <a:rPr lang="en-US" dirty="0">
              <a:latin typeface="Arial" panose="020B0604020202020204" pitchFamily="34" charset="0"/>
              <a:cs typeface="Arial" panose="020B0604020202020204" pitchFamily="34" charset="0"/>
            </a:rPr>
            <a:t> </a:t>
          </a:r>
          <a:r>
            <a:rPr lang="en-US" dirty="0" err="1">
              <a:latin typeface="Arial" panose="020B0604020202020204" pitchFamily="34" charset="0"/>
              <a:cs typeface="Arial" panose="020B0604020202020204" pitchFamily="34" charset="0"/>
            </a:rPr>
            <a:t>nilainya</a:t>
          </a:r>
          <a:r>
            <a:rPr lang="en-US" dirty="0">
              <a:latin typeface="Arial" panose="020B0604020202020204" pitchFamily="34" charset="0"/>
              <a:cs typeface="Arial" panose="020B0604020202020204" pitchFamily="34" charset="0"/>
            </a:rPr>
            <a:t> </a:t>
          </a:r>
          <a:r>
            <a:rPr lang="en-US" dirty="0" err="1">
              <a:latin typeface="Arial" panose="020B0604020202020204" pitchFamily="34" charset="0"/>
              <a:cs typeface="Arial" panose="020B0604020202020204" pitchFamily="34" charset="0"/>
            </a:rPr>
            <a:t>adalah</a:t>
          </a:r>
          <a:r>
            <a:rPr lang="en-US" dirty="0">
              <a:latin typeface="Arial" panose="020B0604020202020204" pitchFamily="34" charset="0"/>
              <a:cs typeface="Arial" panose="020B0604020202020204" pitchFamily="34" charset="0"/>
            </a:rPr>
            <a:t> 59 </a:t>
          </a:r>
          <a:r>
            <a:rPr lang="en-US" dirty="0" err="1">
              <a:latin typeface="Arial" panose="020B0604020202020204" pitchFamily="34" charset="0"/>
              <a:cs typeface="Arial" panose="020B0604020202020204" pitchFamily="34" charset="0"/>
            </a:rPr>
            <a:t>atau</a:t>
          </a:r>
          <a:r>
            <a:rPr lang="en-US" dirty="0">
              <a:latin typeface="Arial" panose="020B0604020202020204" pitchFamily="34" charset="0"/>
              <a:cs typeface="Arial" panose="020B0604020202020204" pitchFamily="34" charset="0"/>
            </a:rPr>
            <a:t> 60. Jika pada </a:t>
          </a:r>
          <a:r>
            <a:rPr lang="en-US" dirty="0" err="1">
              <a:latin typeface="Arial" panose="020B0604020202020204" pitchFamily="34" charset="0"/>
              <a:cs typeface="Arial" panose="020B0604020202020204" pitchFamily="34" charset="0"/>
            </a:rPr>
            <a:t>kasus</a:t>
          </a:r>
          <a:r>
            <a:rPr lang="en-US" dirty="0">
              <a:latin typeface="Arial" panose="020B0604020202020204" pitchFamily="34" charset="0"/>
              <a:cs typeface="Arial" panose="020B0604020202020204" pitchFamily="34" charset="0"/>
            </a:rPr>
            <a:t> </a:t>
          </a:r>
          <a:r>
            <a:rPr lang="en-US" dirty="0" err="1">
              <a:latin typeface="Arial" panose="020B0604020202020204" pitchFamily="34" charset="0"/>
              <a:cs typeface="Arial" panose="020B0604020202020204" pitchFamily="34" charset="0"/>
            </a:rPr>
            <a:t>ini</a:t>
          </a:r>
          <a:r>
            <a:rPr lang="en-US" dirty="0">
              <a:latin typeface="Arial" panose="020B0604020202020204" pitchFamily="34" charset="0"/>
              <a:cs typeface="Arial" panose="020B0604020202020204" pitchFamily="34" charset="0"/>
            </a:rPr>
            <a:t> </a:t>
          </a:r>
          <a:r>
            <a:rPr lang="en-US" dirty="0" err="1">
              <a:latin typeface="Arial" panose="020B0604020202020204" pitchFamily="34" charset="0"/>
              <a:cs typeface="Arial" panose="020B0604020202020204" pitchFamily="34" charset="0"/>
            </a:rPr>
            <a:t>nilai</a:t>
          </a:r>
          <a:r>
            <a:rPr lang="en-US" dirty="0">
              <a:latin typeface="Arial" panose="020B0604020202020204" pitchFamily="34" charset="0"/>
              <a:cs typeface="Arial" panose="020B0604020202020204" pitchFamily="34" charset="0"/>
            </a:rPr>
            <a:t> </a:t>
          </a:r>
          <a:r>
            <a:rPr lang="en-US" dirty="0" err="1">
              <a:latin typeface="Arial" panose="020B0604020202020204" pitchFamily="34" charset="0"/>
              <a:cs typeface="Arial" panose="020B0604020202020204" pitchFamily="34" charset="0"/>
            </a:rPr>
            <a:t>signifikan</a:t>
          </a:r>
          <a:r>
            <a:rPr lang="en-US" dirty="0">
              <a:latin typeface="Arial" panose="020B0604020202020204" pitchFamily="34" charset="0"/>
              <a:cs typeface="Arial" panose="020B0604020202020204" pitchFamily="34" charset="0"/>
            </a:rPr>
            <a:t> = 0,1, </a:t>
          </a:r>
          <a:r>
            <a:rPr lang="en-US" dirty="0" err="1">
              <a:latin typeface="Arial" panose="020B0604020202020204" pitchFamily="34" charset="0"/>
              <a:cs typeface="Arial" panose="020B0604020202020204" pitchFamily="34" charset="0"/>
            </a:rPr>
            <a:t>maka</a:t>
          </a:r>
          <a:r>
            <a:rPr lang="en-US" dirty="0">
              <a:latin typeface="Arial" panose="020B0604020202020204" pitchFamily="34" charset="0"/>
              <a:cs typeface="Arial" panose="020B0604020202020204" pitchFamily="34" charset="0"/>
            </a:rPr>
            <a:t> </a:t>
          </a:r>
          <a:r>
            <a:rPr lang="en-US" dirty="0" err="1">
              <a:latin typeface="Arial" panose="020B0604020202020204" pitchFamily="34" charset="0"/>
              <a:cs typeface="Arial" panose="020B0604020202020204" pitchFamily="34" charset="0"/>
            </a:rPr>
            <a:t>nilainya</a:t>
          </a:r>
          <a:r>
            <a:rPr lang="en-US" dirty="0">
              <a:latin typeface="Arial" panose="020B0604020202020204" pitchFamily="34" charset="0"/>
              <a:cs typeface="Arial" panose="020B0604020202020204" pitchFamily="34" charset="0"/>
            </a:rPr>
            <a:t> </a:t>
          </a:r>
          <a:r>
            <a:rPr lang="en-US" dirty="0" err="1">
              <a:latin typeface="Arial" panose="020B0604020202020204" pitchFamily="34" charset="0"/>
              <a:cs typeface="Arial" panose="020B0604020202020204" pitchFamily="34" charset="0"/>
            </a:rPr>
            <a:t>adalah</a:t>
          </a:r>
          <a:r>
            <a:rPr lang="en-US" dirty="0">
              <a:latin typeface="Arial" panose="020B0604020202020204" pitchFamily="34" charset="0"/>
              <a:cs typeface="Arial" panose="020B0604020202020204" pitchFamily="34" charset="0"/>
            </a:rPr>
            <a:t> 59 </a:t>
          </a:r>
          <a:r>
            <a:rPr lang="en-US" dirty="0" err="1">
              <a:latin typeface="Arial" panose="020B0604020202020204" pitchFamily="34" charset="0"/>
              <a:cs typeface="Arial" panose="020B0604020202020204" pitchFamily="34" charset="0"/>
            </a:rPr>
            <a:t>atau</a:t>
          </a:r>
          <a:r>
            <a:rPr lang="en-US" dirty="0">
              <a:latin typeface="Arial" panose="020B0604020202020204" pitchFamily="34" charset="0"/>
              <a:cs typeface="Arial" panose="020B0604020202020204" pitchFamily="34" charset="0"/>
            </a:rPr>
            <a:t> 59,5. </a:t>
          </a:r>
        </a:p>
      </dgm:t>
    </dgm:pt>
    <dgm:pt modelId="{16CDFA58-11D3-4758-AC9E-1A3D4D8E4029}" type="parTrans" cxnId="{3945374F-7A7C-4A94-A970-723839F1F542}">
      <dgm:prSet/>
      <dgm:spPr/>
      <dgm:t>
        <a:bodyPr/>
        <a:lstStyle/>
        <a:p>
          <a:endParaRPr lang="en-US"/>
        </a:p>
      </dgm:t>
    </dgm:pt>
    <dgm:pt modelId="{C3D83996-453B-4177-8A7A-536C2764EAE1}" type="sibTrans" cxnId="{3945374F-7A7C-4A94-A970-723839F1F542}">
      <dgm:prSet/>
      <dgm:spPr/>
      <dgm:t>
        <a:bodyPr/>
        <a:lstStyle/>
        <a:p>
          <a:endParaRPr lang="en-US"/>
        </a:p>
      </dgm:t>
    </dgm:pt>
    <dgm:pt modelId="{CD49C09C-68ED-46BE-BF3F-1FBA9D725995}">
      <dgm:prSet/>
      <dgm:spPr/>
      <dgm:t>
        <a:bodyPr/>
        <a:lstStyle/>
        <a:p>
          <a:r>
            <a:rPr lang="en-US" dirty="0" err="1">
              <a:latin typeface="Arial" panose="020B0604020202020204" pitchFamily="34" charset="0"/>
              <a:cs typeface="Arial" panose="020B0604020202020204" pitchFamily="34" charset="0"/>
            </a:rPr>
            <a:t>Metode</a:t>
          </a:r>
          <a:r>
            <a:rPr lang="en-US" dirty="0">
              <a:latin typeface="Arial" panose="020B0604020202020204" pitchFamily="34" charset="0"/>
              <a:cs typeface="Arial" panose="020B0604020202020204" pitchFamily="34" charset="0"/>
            </a:rPr>
            <a:t> </a:t>
          </a:r>
          <a:r>
            <a:rPr lang="en-US" dirty="0" err="1">
              <a:latin typeface="Arial" panose="020B0604020202020204" pitchFamily="34" charset="0"/>
              <a:cs typeface="Arial" panose="020B0604020202020204" pitchFamily="34" charset="0"/>
            </a:rPr>
            <a:t>numerik</a:t>
          </a:r>
          <a:r>
            <a:rPr lang="en-US" dirty="0">
              <a:latin typeface="Arial" panose="020B0604020202020204" pitchFamily="34" charset="0"/>
              <a:cs typeface="Arial" panose="020B0604020202020204" pitchFamily="34" charset="0"/>
            </a:rPr>
            <a:t> </a:t>
          </a:r>
          <a:r>
            <a:rPr lang="en-US" dirty="0" err="1">
              <a:latin typeface="Arial" panose="020B0604020202020204" pitchFamily="34" charset="0"/>
              <a:cs typeface="Arial" panose="020B0604020202020204" pitchFamily="34" charset="0"/>
            </a:rPr>
            <a:t>mengandung</a:t>
          </a:r>
          <a:r>
            <a:rPr lang="en-US" dirty="0">
              <a:latin typeface="Arial" panose="020B0604020202020204" pitchFamily="34" charset="0"/>
              <a:cs typeface="Arial" panose="020B0604020202020204" pitchFamily="34" charset="0"/>
            </a:rPr>
            <a:t> </a:t>
          </a:r>
          <a:r>
            <a:rPr lang="en-US" dirty="0" err="1">
              <a:latin typeface="Arial" panose="020B0604020202020204" pitchFamily="34" charset="0"/>
              <a:cs typeface="Arial" panose="020B0604020202020204" pitchFamily="34" charset="0"/>
            </a:rPr>
            <a:t>hasilpendekatan</a:t>
          </a:r>
          <a:r>
            <a:rPr lang="en-US" dirty="0">
              <a:latin typeface="Arial" panose="020B0604020202020204" pitchFamily="34" charset="0"/>
              <a:cs typeface="Arial" panose="020B0604020202020204" pitchFamily="34" charset="0"/>
            </a:rPr>
            <a:t>/</a:t>
          </a:r>
          <a:r>
            <a:rPr lang="en-US" dirty="0" err="1">
              <a:latin typeface="Arial" panose="020B0604020202020204" pitchFamily="34" charset="0"/>
              <a:cs typeface="Arial" panose="020B0604020202020204" pitchFamily="34" charset="0"/>
            </a:rPr>
            <a:t>hampiran</a:t>
          </a:r>
          <a:r>
            <a:rPr lang="en-US" dirty="0">
              <a:latin typeface="Arial" panose="020B0604020202020204" pitchFamily="34" charset="0"/>
              <a:cs typeface="Arial" panose="020B0604020202020204" pitchFamily="34" charset="0"/>
            </a:rPr>
            <a:t> </a:t>
          </a:r>
          <a:r>
            <a:rPr lang="en-US" dirty="0" err="1">
              <a:latin typeface="Arial" panose="020B0604020202020204" pitchFamily="34" charset="0"/>
              <a:cs typeface="Arial" panose="020B0604020202020204" pitchFamily="34" charset="0"/>
            </a:rPr>
            <a:t>keyakinannya</a:t>
          </a:r>
          <a:r>
            <a:rPr lang="en-US" dirty="0">
              <a:latin typeface="Arial" panose="020B0604020202020204" pitchFamily="34" charset="0"/>
              <a:cs typeface="Arial" panose="020B0604020202020204" pitchFamily="34" charset="0"/>
            </a:rPr>
            <a:t> </a:t>
          </a:r>
          <a:r>
            <a:rPr lang="en-US" dirty="0" err="1">
              <a:latin typeface="Arial" panose="020B0604020202020204" pitchFamily="34" charset="0"/>
              <a:cs typeface="Arial" panose="020B0604020202020204" pitchFamily="34" charset="0"/>
            </a:rPr>
            <a:t>ditentukan</a:t>
          </a:r>
          <a:r>
            <a:rPr lang="en-US" dirty="0">
              <a:latin typeface="Arial" panose="020B0604020202020204" pitchFamily="34" charset="0"/>
              <a:cs typeface="Arial" panose="020B0604020202020204" pitchFamily="34" charset="0"/>
            </a:rPr>
            <a:t> oleh </a:t>
          </a:r>
          <a:r>
            <a:rPr lang="en-US" dirty="0" err="1">
              <a:latin typeface="Arial" panose="020B0604020202020204" pitchFamily="34" charset="0"/>
              <a:cs typeface="Arial" panose="020B0604020202020204" pitchFamily="34" charset="0"/>
            </a:rPr>
            <a:t>angka</a:t>
          </a:r>
          <a:r>
            <a:rPr lang="en-US" dirty="0">
              <a:latin typeface="Arial" panose="020B0604020202020204" pitchFamily="34" charset="0"/>
              <a:cs typeface="Arial" panose="020B0604020202020204" pitchFamily="34" charset="0"/>
            </a:rPr>
            <a:t> </a:t>
          </a:r>
          <a:r>
            <a:rPr lang="en-US" dirty="0" err="1">
              <a:latin typeface="Arial" panose="020B0604020202020204" pitchFamily="34" charset="0"/>
              <a:cs typeface="Arial" panose="020B0604020202020204" pitchFamily="34" charset="0"/>
            </a:rPr>
            <a:t>signifikan</a:t>
          </a:r>
          <a:r>
            <a:rPr lang="en-US" dirty="0">
              <a:latin typeface="Arial" panose="020B0604020202020204" pitchFamily="34" charset="0"/>
              <a:cs typeface="Arial" panose="020B0604020202020204" pitchFamily="34" charset="0"/>
            </a:rPr>
            <a:t>.</a:t>
          </a:r>
        </a:p>
      </dgm:t>
    </dgm:pt>
    <dgm:pt modelId="{7A5C9153-4203-493E-BCC4-E2B292D6516F}" type="parTrans" cxnId="{9955CACF-4EB9-4D6D-851B-AE808B23C021}">
      <dgm:prSet/>
      <dgm:spPr/>
      <dgm:t>
        <a:bodyPr/>
        <a:lstStyle/>
        <a:p>
          <a:endParaRPr lang="en-US"/>
        </a:p>
      </dgm:t>
    </dgm:pt>
    <dgm:pt modelId="{147D0FE6-F760-4D1E-A6B7-53ACEE45DFA8}" type="sibTrans" cxnId="{9955CACF-4EB9-4D6D-851B-AE808B23C021}">
      <dgm:prSet/>
      <dgm:spPr/>
      <dgm:t>
        <a:bodyPr/>
        <a:lstStyle/>
        <a:p>
          <a:endParaRPr lang="en-US"/>
        </a:p>
      </dgm:t>
    </dgm:pt>
    <dgm:pt modelId="{45ADFD20-833A-49CA-9C36-7006F6C7F7DB}" type="pres">
      <dgm:prSet presAssocID="{22E04140-CDCF-4A16-BD46-13CCFBA1E90B}" presName="linear" presStyleCnt="0">
        <dgm:presLayoutVars>
          <dgm:animLvl val="lvl"/>
          <dgm:resizeHandles val="exact"/>
        </dgm:presLayoutVars>
      </dgm:prSet>
      <dgm:spPr/>
    </dgm:pt>
    <dgm:pt modelId="{1A3ED54A-6645-4C13-AC22-35C8E1D37830}" type="pres">
      <dgm:prSet presAssocID="{B2787E9E-010D-47F5-B32B-5EB728765F80}" presName="parentText" presStyleLbl="node1" presStyleIdx="0" presStyleCnt="4" custScaleY="166385" custLinFactY="-47950" custLinFactNeighborY="-100000">
        <dgm:presLayoutVars>
          <dgm:chMax val="0"/>
          <dgm:bulletEnabled val="1"/>
        </dgm:presLayoutVars>
      </dgm:prSet>
      <dgm:spPr/>
    </dgm:pt>
    <dgm:pt modelId="{34082039-6D83-4646-89D1-214BA3ACF9FB}" type="pres">
      <dgm:prSet presAssocID="{58BDAFB2-DEA6-49B9-B796-F976AD758824}" presName="spacer" presStyleCnt="0"/>
      <dgm:spPr/>
    </dgm:pt>
    <dgm:pt modelId="{67319576-3309-42F1-9DF2-7359A7F639D5}" type="pres">
      <dgm:prSet presAssocID="{EE7CCD4D-2BAA-40F5-9817-92E3FBA21A3B}" presName="parentText" presStyleLbl="node1" presStyleIdx="1" presStyleCnt="4" custScaleY="136211" custLinFactNeighborY="-80666">
        <dgm:presLayoutVars>
          <dgm:chMax val="0"/>
          <dgm:bulletEnabled val="1"/>
        </dgm:presLayoutVars>
      </dgm:prSet>
      <dgm:spPr/>
    </dgm:pt>
    <dgm:pt modelId="{84C95826-7FEF-4711-827B-927112AACF75}" type="pres">
      <dgm:prSet presAssocID="{D58EAF50-272F-4691-B52B-9BCA33F10EE7}" presName="spacer" presStyleCnt="0"/>
      <dgm:spPr/>
    </dgm:pt>
    <dgm:pt modelId="{ACC32ED4-6347-4365-AFAE-423E94F4EE46}" type="pres">
      <dgm:prSet presAssocID="{BAB668BD-7958-4170-B0B9-96A654E25CA0}" presName="parentText" presStyleLbl="node1" presStyleIdx="2" presStyleCnt="4" custScaleY="146827" custLinFactY="-2455" custLinFactNeighborY="-100000">
        <dgm:presLayoutVars>
          <dgm:chMax val="0"/>
          <dgm:bulletEnabled val="1"/>
        </dgm:presLayoutVars>
      </dgm:prSet>
      <dgm:spPr/>
    </dgm:pt>
    <dgm:pt modelId="{B50323CE-A221-49A6-8A94-76900600EE7C}" type="pres">
      <dgm:prSet presAssocID="{C3D83996-453B-4177-8A7A-536C2764EAE1}" presName="spacer" presStyleCnt="0"/>
      <dgm:spPr/>
    </dgm:pt>
    <dgm:pt modelId="{F0F3724B-0CCB-4198-9686-2D380A368B97}" type="pres">
      <dgm:prSet presAssocID="{CD49C09C-68ED-46BE-BF3F-1FBA9D725995}" presName="parentText" presStyleLbl="node1" presStyleIdx="3" presStyleCnt="4" custScaleY="193323" custLinFactY="-3706" custLinFactNeighborY="-100000">
        <dgm:presLayoutVars>
          <dgm:chMax val="0"/>
          <dgm:bulletEnabled val="1"/>
        </dgm:presLayoutVars>
      </dgm:prSet>
      <dgm:spPr/>
    </dgm:pt>
  </dgm:ptLst>
  <dgm:cxnLst>
    <dgm:cxn modelId="{4907EB60-1C23-4417-A22D-6D2EA98AFA4B}" srcId="{22E04140-CDCF-4A16-BD46-13CCFBA1E90B}" destId="{B2787E9E-010D-47F5-B32B-5EB728765F80}" srcOrd="0" destOrd="0" parTransId="{8062E052-4C64-4E85-8CA9-A306E92148D9}" sibTransId="{58BDAFB2-DEA6-49B9-B796-F976AD758824}"/>
    <dgm:cxn modelId="{3945374F-7A7C-4A94-A970-723839F1F542}" srcId="{22E04140-CDCF-4A16-BD46-13CCFBA1E90B}" destId="{BAB668BD-7958-4170-B0B9-96A654E25CA0}" srcOrd="2" destOrd="0" parTransId="{16CDFA58-11D3-4758-AC9E-1A3D4D8E4029}" sibTransId="{C3D83996-453B-4177-8A7A-536C2764EAE1}"/>
    <dgm:cxn modelId="{3E780D91-5608-476E-8EB3-5609C77DEE75}" type="presOf" srcId="{BAB668BD-7958-4170-B0B9-96A654E25CA0}" destId="{ACC32ED4-6347-4365-AFAE-423E94F4EE46}" srcOrd="0" destOrd="0" presId="urn:microsoft.com/office/officeart/2005/8/layout/vList2"/>
    <dgm:cxn modelId="{0F91EB98-F868-4850-B0C1-52EA995F1A69}" type="presOf" srcId="{B2787E9E-010D-47F5-B32B-5EB728765F80}" destId="{1A3ED54A-6645-4C13-AC22-35C8E1D37830}" srcOrd="0" destOrd="0" presId="urn:microsoft.com/office/officeart/2005/8/layout/vList2"/>
    <dgm:cxn modelId="{315F65AD-0124-4C92-AE84-E7E4EAFC7051}" type="presOf" srcId="{EE7CCD4D-2BAA-40F5-9817-92E3FBA21A3B}" destId="{67319576-3309-42F1-9DF2-7359A7F639D5}" srcOrd="0" destOrd="0" presId="urn:microsoft.com/office/officeart/2005/8/layout/vList2"/>
    <dgm:cxn modelId="{0CF646AF-70FF-41F5-8B6C-76C7647D37CC}" type="presOf" srcId="{22E04140-CDCF-4A16-BD46-13CCFBA1E90B}" destId="{45ADFD20-833A-49CA-9C36-7006F6C7F7DB}" srcOrd="0" destOrd="0" presId="urn:microsoft.com/office/officeart/2005/8/layout/vList2"/>
    <dgm:cxn modelId="{D3E3F8B8-1B29-4700-A309-0E60FC15FA3F}" type="presOf" srcId="{CD49C09C-68ED-46BE-BF3F-1FBA9D725995}" destId="{F0F3724B-0CCB-4198-9686-2D380A368B97}" srcOrd="0" destOrd="0" presId="urn:microsoft.com/office/officeart/2005/8/layout/vList2"/>
    <dgm:cxn modelId="{9955CACF-4EB9-4D6D-851B-AE808B23C021}" srcId="{22E04140-CDCF-4A16-BD46-13CCFBA1E90B}" destId="{CD49C09C-68ED-46BE-BF3F-1FBA9D725995}" srcOrd="3" destOrd="0" parTransId="{7A5C9153-4203-493E-BCC4-E2B292D6516F}" sibTransId="{147D0FE6-F760-4D1E-A6B7-53ACEE45DFA8}"/>
    <dgm:cxn modelId="{38FC4CD5-9DD5-47B4-9D86-DD78D9D06BC7}" srcId="{22E04140-CDCF-4A16-BD46-13CCFBA1E90B}" destId="{EE7CCD4D-2BAA-40F5-9817-92E3FBA21A3B}" srcOrd="1" destOrd="0" parTransId="{A00BDD3F-E1F7-4643-B144-1B5FF1886DFE}" sibTransId="{D58EAF50-272F-4691-B52B-9BCA33F10EE7}"/>
    <dgm:cxn modelId="{2AB72F40-AD9B-41B9-86DA-3C75547F652A}" type="presParOf" srcId="{45ADFD20-833A-49CA-9C36-7006F6C7F7DB}" destId="{1A3ED54A-6645-4C13-AC22-35C8E1D37830}" srcOrd="0" destOrd="0" presId="urn:microsoft.com/office/officeart/2005/8/layout/vList2"/>
    <dgm:cxn modelId="{7D4DD40B-08E0-453D-A81F-AD076C6D4F06}" type="presParOf" srcId="{45ADFD20-833A-49CA-9C36-7006F6C7F7DB}" destId="{34082039-6D83-4646-89D1-214BA3ACF9FB}" srcOrd="1" destOrd="0" presId="urn:microsoft.com/office/officeart/2005/8/layout/vList2"/>
    <dgm:cxn modelId="{B323D218-D81E-4BDD-89CA-9BE9A6E9EF6E}" type="presParOf" srcId="{45ADFD20-833A-49CA-9C36-7006F6C7F7DB}" destId="{67319576-3309-42F1-9DF2-7359A7F639D5}" srcOrd="2" destOrd="0" presId="urn:microsoft.com/office/officeart/2005/8/layout/vList2"/>
    <dgm:cxn modelId="{84BDF4F1-E637-48B3-B3DB-59D5DD9052F8}" type="presParOf" srcId="{45ADFD20-833A-49CA-9C36-7006F6C7F7DB}" destId="{84C95826-7FEF-4711-827B-927112AACF75}" srcOrd="3" destOrd="0" presId="urn:microsoft.com/office/officeart/2005/8/layout/vList2"/>
    <dgm:cxn modelId="{0FEB6DFB-4C88-442A-B6EE-989C35465F68}" type="presParOf" srcId="{45ADFD20-833A-49CA-9C36-7006F6C7F7DB}" destId="{ACC32ED4-6347-4365-AFAE-423E94F4EE46}" srcOrd="4" destOrd="0" presId="urn:microsoft.com/office/officeart/2005/8/layout/vList2"/>
    <dgm:cxn modelId="{E6CCE6FD-4A34-4509-A1A1-CA47AEDDD4CA}" type="presParOf" srcId="{45ADFD20-833A-49CA-9C36-7006F6C7F7DB}" destId="{B50323CE-A221-49A6-8A94-76900600EE7C}" srcOrd="5" destOrd="0" presId="urn:microsoft.com/office/officeart/2005/8/layout/vList2"/>
    <dgm:cxn modelId="{12B4663F-17A8-4F01-9EA7-F7BF9B7FB4D1}" type="presParOf" srcId="{45ADFD20-833A-49CA-9C36-7006F6C7F7DB}" destId="{F0F3724B-0CCB-4198-9686-2D380A368B97}" srcOrd="6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A309E0FB-083A-42ED-8D71-2CC9F536144E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icontext_colorful1" csCatId="colorful" phldr="1"/>
      <dgm:spPr/>
      <dgm:t>
        <a:bodyPr/>
        <a:lstStyle/>
        <a:p>
          <a:endParaRPr lang="en-US"/>
        </a:p>
      </dgm:t>
    </dgm:pt>
    <dgm:pt modelId="{62E11885-F2A5-4E91-AC27-1CEC1B229A20}">
      <dgm:prSet/>
      <dgm:spPr/>
      <dgm:t>
        <a:bodyPr/>
        <a:lstStyle/>
        <a:p>
          <a:r>
            <a:rPr lang="en-US" dirty="0" err="1"/>
            <a:t>Sebagai</a:t>
          </a:r>
          <a:r>
            <a:rPr lang="en-US" dirty="0"/>
            <a:t> </a:t>
          </a:r>
          <a:r>
            <a:rPr lang="en-US" dirty="0" err="1"/>
            <a:t>ilustrasi</a:t>
          </a:r>
          <a:r>
            <a:rPr lang="en-US" dirty="0"/>
            <a:t> ; </a:t>
          </a:r>
          <a:r>
            <a:rPr lang="en-US" dirty="0" err="1"/>
            <a:t>seseorang</a:t>
          </a:r>
          <a:r>
            <a:rPr lang="en-US" dirty="0"/>
            <a:t> </a:t>
          </a:r>
          <a:r>
            <a:rPr lang="en-US" dirty="0" err="1"/>
            <a:t>mengukur</a:t>
          </a:r>
          <a:r>
            <a:rPr lang="en-US" dirty="0"/>
            <a:t> </a:t>
          </a:r>
          <a:r>
            <a:rPr lang="en-US" dirty="0" err="1"/>
            <a:t>berat</a:t>
          </a:r>
          <a:r>
            <a:rPr lang="en-US" dirty="0"/>
            <a:t> badan, </a:t>
          </a:r>
          <a:r>
            <a:rPr lang="en-US" dirty="0" err="1"/>
            <a:t>berdasarkan</a:t>
          </a:r>
          <a:r>
            <a:rPr lang="en-US" dirty="0"/>
            <a:t> </a:t>
          </a:r>
          <a:r>
            <a:rPr lang="en-US" dirty="0" err="1"/>
            <a:t>timbangan</a:t>
          </a:r>
          <a:r>
            <a:rPr lang="en-US" dirty="0"/>
            <a:t> </a:t>
          </a:r>
          <a:r>
            <a:rPr lang="en-US" dirty="0" err="1"/>
            <a:t>diperoleh</a:t>
          </a:r>
          <a:r>
            <a:rPr lang="en-US" dirty="0"/>
            <a:t> </a:t>
          </a:r>
          <a:r>
            <a:rPr lang="en-US" dirty="0" err="1"/>
            <a:t>berat</a:t>
          </a:r>
          <a:r>
            <a:rPr lang="en-US" dirty="0"/>
            <a:t> </a:t>
          </a:r>
          <a:r>
            <a:rPr lang="en-US" dirty="0" err="1"/>
            <a:t>badannya</a:t>
          </a:r>
          <a:r>
            <a:rPr lang="en-US" dirty="0"/>
            <a:t> </a:t>
          </a:r>
          <a:r>
            <a:rPr lang="en-US" dirty="0" err="1"/>
            <a:t>adalah</a:t>
          </a:r>
          <a:r>
            <a:rPr lang="en-US" dirty="0"/>
            <a:t> 62 </a:t>
          </a:r>
          <a:r>
            <a:rPr lang="en-US" dirty="0" err="1"/>
            <a:t>atau</a:t>
          </a:r>
          <a:r>
            <a:rPr lang="en-US" dirty="0"/>
            <a:t> 63, </a:t>
          </a:r>
          <a:r>
            <a:rPr lang="en-US" dirty="0" err="1"/>
            <a:t>mungkin</a:t>
          </a:r>
          <a:r>
            <a:rPr lang="en-US" dirty="0"/>
            <a:t> </a:t>
          </a:r>
          <a:r>
            <a:rPr lang="en-US" dirty="0" err="1"/>
            <a:t>lebih</a:t>
          </a:r>
          <a:r>
            <a:rPr lang="en-US" dirty="0"/>
            <a:t> </a:t>
          </a:r>
          <a:r>
            <a:rPr lang="en-US" dirty="0" err="1"/>
            <a:t>tepatnya</a:t>
          </a:r>
          <a:r>
            <a:rPr lang="en-US" dirty="0"/>
            <a:t> 63 kg. Jika </a:t>
          </a:r>
          <a:r>
            <a:rPr lang="en-US" dirty="0" err="1"/>
            <a:t>untuk</a:t>
          </a:r>
          <a:r>
            <a:rPr lang="en-US" dirty="0"/>
            <a:t> </a:t>
          </a:r>
          <a:r>
            <a:rPr lang="en-US" dirty="0" err="1"/>
            <a:t>ketelitian</a:t>
          </a:r>
          <a:r>
            <a:rPr lang="en-US" dirty="0"/>
            <a:t> data </a:t>
          </a:r>
          <a:r>
            <a:rPr lang="en-US" dirty="0" err="1"/>
            <a:t>menginginkan</a:t>
          </a:r>
          <a:r>
            <a:rPr lang="en-US" dirty="0"/>
            <a:t> 1 digit </a:t>
          </a:r>
          <a:r>
            <a:rPr lang="en-US" dirty="0" err="1"/>
            <a:t>dibelakang</a:t>
          </a:r>
          <a:r>
            <a:rPr lang="en-US" dirty="0"/>
            <a:t> </a:t>
          </a:r>
          <a:r>
            <a:rPr lang="en-US" dirty="0" err="1"/>
            <a:t>koma</a:t>
          </a:r>
          <a:r>
            <a:rPr lang="en-US" dirty="0"/>
            <a:t> </a:t>
          </a:r>
          <a:r>
            <a:rPr lang="en-US" dirty="0" err="1"/>
            <a:t>dapat</a:t>
          </a:r>
          <a:r>
            <a:rPr lang="en-US" dirty="0"/>
            <a:t> </a:t>
          </a:r>
          <a:r>
            <a:rPr lang="en-US" dirty="0" err="1"/>
            <a:t>diperkirakan</a:t>
          </a:r>
          <a:r>
            <a:rPr lang="en-US" dirty="0"/>
            <a:t> </a:t>
          </a:r>
          <a:r>
            <a:rPr lang="en-US" dirty="0" err="1"/>
            <a:t>nilainya</a:t>
          </a:r>
          <a:r>
            <a:rPr lang="en-US" dirty="0"/>
            <a:t> 62,7 kg </a:t>
          </a:r>
          <a:r>
            <a:rPr lang="en-US" dirty="0" err="1"/>
            <a:t>atau</a:t>
          </a:r>
          <a:r>
            <a:rPr lang="en-US" dirty="0"/>
            <a:t> 62,9 kg.</a:t>
          </a:r>
        </a:p>
      </dgm:t>
    </dgm:pt>
    <dgm:pt modelId="{9DE71450-1677-42F3-AC82-BDD1AA49B724}" type="parTrans" cxnId="{BBB60F1B-9A03-406B-BA0E-F0CC6F00E2C7}">
      <dgm:prSet/>
      <dgm:spPr/>
      <dgm:t>
        <a:bodyPr/>
        <a:lstStyle/>
        <a:p>
          <a:endParaRPr lang="en-US"/>
        </a:p>
      </dgm:t>
    </dgm:pt>
    <dgm:pt modelId="{3D744CBA-388B-43C9-962F-B9D3E149CCF6}" type="sibTrans" cxnId="{BBB60F1B-9A03-406B-BA0E-F0CC6F00E2C7}">
      <dgm:prSet/>
      <dgm:spPr/>
      <dgm:t>
        <a:bodyPr/>
        <a:lstStyle/>
        <a:p>
          <a:endParaRPr lang="en-US"/>
        </a:p>
      </dgm:t>
    </dgm:pt>
    <dgm:pt modelId="{7E7C6FD1-6803-4065-B8FD-8B71DAB6B4A1}">
      <dgm:prSet/>
      <dgm:spPr/>
      <dgm:t>
        <a:bodyPr/>
        <a:lstStyle/>
        <a:p>
          <a:r>
            <a:rPr lang="en-US" dirty="0"/>
            <a:t>Karena </a:t>
          </a:r>
          <a:r>
            <a:rPr lang="en-US" dirty="0" err="1"/>
            <a:t>adanya</a:t>
          </a:r>
          <a:r>
            <a:rPr lang="en-US" dirty="0"/>
            <a:t> </a:t>
          </a:r>
          <a:r>
            <a:rPr lang="en-US" dirty="0" err="1"/>
            <a:t>keterbatasan</a:t>
          </a:r>
          <a:r>
            <a:rPr lang="en-US" dirty="0"/>
            <a:t> </a:t>
          </a:r>
          <a:r>
            <a:rPr lang="en-US" dirty="0" err="1"/>
            <a:t>timbangan</a:t>
          </a:r>
          <a:r>
            <a:rPr lang="en-US" dirty="0"/>
            <a:t> </a:t>
          </a:r>
          <a:r>
            <a:rPr lang="en-US" dirty="0" err="1"/>
            <a:t>kita</a:t>
          </a:r>
          <a:r>
            <a:rPr lang="en-US" dirty="0"/>
            <a:t> </a:t>
          </a:r>
          <a:r>
            <a:rPr lang="en-US" dirty="0" err="1"/>
            <a:t>tidak</a:t>
          </a:r>
          <a:r>
            <a:rPr lang="en-US" dirty="0"/>
            <a:t> </a:t>
          </a:r>
          <a:r>
            <a:rPr lang="en-US" dirty="0" err="1"/>
            <a:t>dapat</a:t>
          </a:r>
          <a:r>
            <a:rPr lang="en-US" dirty="0"/>
            <a:t> </a:t>
          </a:r>
          <a:r>
            <a:rPr lang="en-US" dirty="0" err="1"/>
            <a:t>memastikan</a:t>
          </a:r>
          <a:r>
            <a:rPr lang="en-US" dirty="0"/>
            <a:t> </a:t>
          </a:r>
          <a:r>
            <a:rPr lang="en-US" dirty="0" err="1"/>
            <a:t>tapi</a:t>
          </a:r>
          <a:r>
            <a:rPr lang="en-US" dirty="0"/>
            <a:t> </a:t>
          </a:r>
          <a:r>
            <a:rPr lang="en-US" dirty="0" err="1"/>
            <a:t>hanya</a:t>
          </a:r>
          <a:r>
            <a:rPr lang="en-US" dirty="0"/>
            <a:t> </a:t>
          </a:r>
          <a:r>
            <a:rPr lang="en-US" dirty="0" err="1"/>
            <a:t>menduga</a:t>
          </a:r>
          <a:r>
            <a:rPr lang="en-US" dirty="0"/>
            <a:t> digit </a:t>
          </a:r>
          <a:r>
            <a:rPr lang="en-US" dirty="0" err="1"/>
            <a:t>berikutnya</a:t>
          </a:r>
          <a:r>
            <a:rPr lang="en-US" dirty="0"/>
            <a:t>, </a:t>
          </a:r>
          <a:r>
            <a:rPr lang="en-US" dirty="0" err="1"/>
            <a:t>akan</a:t>
          </a:r>
          <a:r>
            <a:rPr lang="en-US" dirty="0"/>
            <a:t> </a:t>
          </a:r>
          <a:r>
            <a:rPr lang="en-US" dirty="0" err="1"/>
            <a:t>terasa</a:t>
          </a:r>
          <a:r>
            <a:rPr lang="en-US" dirty="0"/>
            <a:t> </a:t>
          </a:r>
          <a:r>
            <a:rPr lang="en-US" dirty="0" err="1"/>
            <a:t>aneh</a:t>
          </a:r>
          <a:r>
            <a:rPr lang="en-US" dirty="0"/>
            <a:t> </a:t>
          </a:r>
          <a:r>
            <a:rPr lang="en-US" dirty="0" err="1"/>
            <a:t>jika</a:t>
          </a:r>
          <a:r>
            <a:rPr lang="en-US" dirty="0"/>
            <a:t> </a:t>
          </a:r>
          <a:r>
            <a:rPr lang="en-US" dirty="0" err="1"/>
            <a:t>katakan</a:t>
          </a:r>
          <a:r>
            <a:rPr lang="en-US" dirty="0"/>
            <a:t> </a:t>
          </a:r>
          <a:r>
            <a:rPr lang="en-US" dirty="0" err="1"/>
            <a:t>berat</a:t>
          </a:r>
          <a:r>
            <a:rPr lang="en-US" dirty="0"/>
            <a:t> </a:t>
          </a:r>
          <a:r>
            <a:rPr lang="en-US" dirty="0" err="1"/>
            <a:t>badannya</a:t>
          </a:r>
          <a:r>
            <a:rPr lang="en-US" dirty="0"/>
            <a:t> </a:t>
          </a:r>
          <a:r>
            <a:rPr lang="en-US" dirty="0" err="1"/>
            <a:t>adalah</a:t>
          </a:r>
          <a:r>
            <a:rPr lang="en-US" dirty="0"/>
            <a:t> 62, 897653657 kg.</a:t>
          </a:r>
        </a:p>
      </dgm:t>
    </dgm:pt>
    <dgm:pt modelId="{CC7AD809-3862-41E9-9579-113AD5FEFA49}" type="parTrans" cxnId="{52C23922-2BD7-4C1B-82F5-251B590D3E31}">
      <dgm:prSet/>
      <dgm:spPr/>
      <dgm:t>
        <a:bodyPr/>
        <a:lstStyle/>
        <a:p>
          <a:endParaRPr lang="en-US"/>
        </a:p>
      </dgm:t>
    </dgm:pt>
    <dgm:pt modelId="{BB73A5A8-D534-4B7E-8400-FABA0C429634}" type="sibTrans" cxnId="{52C23922-2BD7-4C1B-82F5-251B590D3E31}">
      <dgm:prSet/>
      <dgm:spPr/>
      <dgm:t>
        <a:bodyPr/>
        <a:lstStyle/>
        <a:p>
          <a:endParaRPr lang="en-US"/>
        </a:p>
      </dgm:t>
    </dgm:pt>
    <dgm:pt modelId="{E9855D63-8560-41BB-92EF-E41ECDCB5938}" type="pres">
      <dgm:prSet presAssocID="{A309E0FB-083A-42ED-8D71-2CC9F536144E}" presName="root" presStyleCnt="0">
        <dgm:presLayoutVars>
          <dgm:dir/>
          <dgm:resizeHandles val="exact"/>
        </dgm:presLayoutVars>
      </dgm:prSet>
      <dgm:spPr/>
    </dgm:pt>
    <dgm:pt modelId="{E1B0EE77-74BA-4053-8B83-8CAF889D7F88}" type="pres">
      <dgm:prSet presAssocID="{62E11885-F2A5-4E91-AC27-1CEC1B229A20}" presName="compNode" presStyleCnt="0"/>
      <dgm:spPr/>
    </dgm:pt>
    <dgm:pt modelId="{D2BE3F69-661B-4947-A315-F6D01710351A}" type="pres">
      <dgm:prSet presAssocID="{62E11885-F2A5-4E91-AC27-1CEC1B229A20}" presName="bgRect" presStyleLbl="bgShp" presStyleIdx="0" presStyleCnt="2"/>
      <dgm:spPr/>
    </dgm:pt>
    <dgm:pt modelId="{C45FC8A6-844A-42AE-BE9A-F7B45C2305F5}" type="pres">
      <dgm:prSet presAssocID="{62E11885-F2A5-4E91-AC27-1CEC1B229A20}" presName="iconRect" presStyleLbl="node1" presStyleIdx="0" presStyleCnt="2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Presentation with Checklist"/>
        </a:ext>
      </dgm:extLst>
    </dgm:pt>
    <dgm:pt modelId="{53436DF0-DE7D-497A-B8B4-D0F651E389A9}" type="pres">
      <dgm:prSet presAssocID="{62E11885-F2A5-4E91-AC27-1CEC1B229A20}" presName="spaceRect" presStyleCnt="0"/>
      <dgm:spPr/>
    </dgm:pt>
    <dgm:pt modelId="{0A51DB55-8B29-41AD-A4A4-37FA1E95DB5D}" type="pres">
      <dgm:prSet presAssocID="{62E11885-F2A5-4E91-AC27-1CEC1B229A20}" presName="parTx" presStyleLbl="revTx" presStyleIdx="0" presStyleCnt="2">
        <dgm:presLayoutVars>
          <dgm:chMax val="0"/>
          <dgm:chPref val="0"/>
        </dgm:presLayoutVars>
      </dgm:prSet>
      <dgm:spPr/>
    </dgm:pt>
    <dgm:pt modelId="{7B9E8163-3E28-4DF1-BA08-AC2BEE213FAE}" type="pres">
      <dgm:prSet presAssocID="{3D744CBA-388B-43C9-962F-B9D3E149CCF6}" presName="sibTrans" presStyleCnt="0"/>
      <dgm:spPr/>
    </dgm:pt>
    <dgm:pt modelId="{F22E33B1-4E85-4BBD-8811-5A1ACC76B6C8}" type="pres">
      <dgm:prSet presAssocID="{7E7C6FD1-6803-4065-B8FD-8B71DAB6B4A1}" presName="compNode" presStyleCnt="0"/>
      <dgm:spPr/>
    </dgm:pt>
    <dgm:pt modelId="{C4EF92C3-21D0-40C3-B795-50BE783E781D}" type="pres">
      <dgm:prSet presAssocID="{7E7C6FD1-6803-4065-B8FD-8B71DAB6B4A1}" presName="bgRect" presStyleLbl="bgShp" presStyleIdx="1" presStyleCnt="2"/>
      <dgm:spPr/>
    </dgm:pt>
    <dgm:pt modelId="{DCF8899D-128E-4240-AFA3-7578C3B9E36B}" type="pres">
      <dgm:prSet presAssocID="{7E7C6FD1-6803-4065-B8FD-8B71DAB6B4A1}" presName="iconRect" presStyleLbl="node1" presStyleIdx="1" presStyleCnt="2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heckmark"/>
        </a:ext>
      </dgm:extLst>
    </dgm:pt>
    <dgm:pt modelId="{F6508237-3DB8-4B46-92AC-EF109A2C9FD2}" type="pres">
      <dgm:prSet presAssocID="{7E7C6FD1-6803-4065-B8FD-8B71DAB6B4A1}" presName="spaceRect" presStyleCnt="0"/>
      <dgm:spPr/>
    </dgm:pt>
    <dgm:pt modelId="{814BFB55-C5F8-4E33-B928-C111B29618A4}" type="pres">
      <dgm:prSet presAssocID="{7E7C6FD1-6803-4065-B8FD-8B71DAB6B4A1}" presName="parTx" presStyleLbl="revTx" presStyleIdx="1" presStyleCnt="2">
        <dgm:presLayoutVars>
          <dgm:chMax val="0"/>
          <dgm:chPref val="0"/>
        </dgm:presLayoutVars>
      </dgm:prSet>
      <dgm:spPr/>
    </dgm:pt>
  </dgm:ptLst>
  <dgm:cxnLst>
    <dgm:cxn modelId="{BBB60F1B-9A03-406B-BA0E-F0CC6F00E2C7}" srcId="{A309E0FB-083A-42ED-8D71-2CC9F536144E}" destId="{62E11885-F2A5-4E91-AC27-1CEC1B229A20}" srcOrd="0" destOrd="0" parTransId="{9DE71450-1677-42F3-AC82-BDD1AA49B724}" sibTransId="{3D744CBA-388B-43C9-962F-B9D3E149CCF6}"/>
    <dgm:cxn modelId="{52C23922-2BD7-4C1B-82F5-251B590D3E31}" srcId="{A309E0FB-083A-42ED-8D71-2CC9F536144E}" destId="{7E7C6FD1-6803-4065-B8FD-8B71DAB6B4A1}" srcOrd="1" destOrd="0" parTransId="{CC7AD809-3862-41E9-9579-113AD5FEFA49}" sibTransId="{BB73A5A8-D534-4B7E-8400-FABA0C429634}"/>
    <dgm:cxn modelId="{149BF35E-0B0B-40A5-BA19-E0C69D7CC964}" type="presOf" srcId="{7E7C6FD1-6803-4065-B8FD-8B71DAB6B4A1}" destId="{814BFB55-C5F8-4E33-B928-C111B29618A4}" srcOrd="0" destOrd="0" presId="urn:microsoft.com/office/officeart/2018/2/layout/IconVerticalSolidList"/>
    <dgm:cxn modelId="{C691CD6B-A364-42B5-98E0-EAF7CBF45085}" type="presOf" srcId="{A309E0FB-083A-42ED-8D71-2CC9F536144E}" destId="{E9855D63-8560-41BB-92EF-E41ECDCB5938}" srcOrd="0" destOrd="0" presId="urn:microsoft.com/office/officeart/2018/2/layout/IconVerticalSolidList"/>
    <dgm:cxn modelId="{E3B8CDB1-D1F6-4AFA-A495-8BCEA537E0D7}" type="presOf" srcId="{62E11885-F2A5-4E91-AC27-1CEC1B229A20}" destId="{0A51DB55-8B29-41AD-A4A4-37FA1E95DB5D}" srcOrd="0" destOrd="0" presId="urn:microsoft.com/office/officeart/2018/2/layout/IconVerticalSolidList"/>
    <dgm:cxn modelId="{354023CC-D6BC-4F91-8496-4F7C0ACEB90F}" type="presParOf" srcId="{E9855D63-8560-41BB-92EF-E41ECDCB5938}" destId="{E1B0EE77-74BA-4053-8B83-8CAF889D7F88}" srcOrd="0" destOrd="0" presId="urn:microsoft.com/office/officeart/2018/2/layout/IconVerticalSolidList"/>
    <dgm:cxn modelId="{A4CB0D03-046A-4EA0-94A5-E2E41727D144}" type="presParOf" srcId="{E1B0EE77-74BA-4053-8B83-8CAF889D7F88}" destId="{D2BE3F69-661B-4947-A315-F6D01710351A}" srcOrd="0" destOrd="0" presId="urn:microsoft.com/office/officeart/2018/2/layout/IconVerticalSolidList"/>
    <dgm:cxn modelId="{ECADFB55-367D-4E89-B938-3089D7FACCEA}" type="presParOf" srcId="{E1B0EE77-74BA-4053-8B83-8CAF889D7F88}" destId="{C45FC8A6-844A-42AE-BE9A-F7B45C2305F5}" srcOrd="1" destOrd="0" presId="urn:microsoft.com/office/officeart/2018/2/layout/IconVerticalSolidList"/>
    <dgm:cxn modelId="{634191C5-2E97-4818-8C18-6D648B1397EA}" type="presParOf" srcId="{E1B0EE77-74BA-4053-8B83-8CAF889D7F88}" destId="{53436DF0-DE7D-497A-B8B4-D0F651E389A9}" srcOrd="2" destOrd="0" presId="urn:microsoft.com/office/officeart/2018/2/layout/IconVerticalSolidList"/>
    <dgm:cxn modelId="{87454F82-7C68-4EF6-A324-3680991A6781}" type="presParOf" srcId="{E1B0EE77-74BA-4053-8B83-8CAF889D7F88}" destId="{0A51DB55-8B29-41AD-A4A4-37FA1E95DB5D}" srcOrd="3" destOrd="0" presId="urn:microsoft.com/office/officeart/2018/2/layout/IconVerticalSolidList"/>
    <dgm:cxn modelId="{14837329-3D89-4561-9023-29EC45B3A740}" type="presParOf" srcId="{E9855D63-8560-41BB-92EF-E41ECDCB5938}" destId="{7B9E8163-3E28-4DF1-BA08-AC2BEE213FAE}" srcOrd="1" destOrd="0" presId="urn:microsoft.com/office/officeart/2018/2/layout/IconVerticalSolidList"/>
    <dgm:cxn modelId="{E99D1CE7-84F6-43AB-9CF3-FF107C9A040D}" type="presParOf" srcId="{E9855D63-8560-41BB-92EF-E41ECDCB5938}" destId="{F22E33B1-4E85-4BBD-8811-5A1ACC76B6C8}" srcOrd="2" destOrd="0" presId="urn:microsoft.com/office/officeart/2018/2/layout/IconVerticalSolidList"/>
    <dgm:cxn modelId="{CCB8EFBD-F9CF-4708-AA4A-649C2CF3FD80}" type="presParOf" srcId="{F22E33B1-4E85-4BBD-8811-5A1ACC76B6C8}" destId="{C4EF92C3-21D0-40C3-B795-50BE783E781D}" srcOrd="0" destOrd="0" presId="urn:microsoft.com/office/officeart/2018/2/layout/IconVerticalSolidList"/>
    <dgm:cxn modelId="{E1206FB7-BB4E-4607-9F11-2FE26CFCF213}" type="presParOf" srcId="{F22E33B1-4E85-4BBD-8811-5A1ACC76B6C8}" destId="{DCF8899D-128E-4240-AFA3-7578C3B9E36B}" srcOrd="1" destOrd="0" presId="urn:microsoft.com/office/officeart/2018/2/layout/IconVerticalSolidList"/>
    <dgm:cxn modelId="{0A4A3B17-005B-47AF-938E-29687484EF71}" type="presParOf" srcId="{F22E33B1-4E85-4BBD-8811-5A1ACC76B6C8}" destId="{F6508237-3DB8-4B46-92AC-EF109A2C9FD2}" srcOrd="2" destOrd="0" presId="urn:microsoft.com/office/officeart/2018/2/layout/IconVerticalSolidList"/>
    <dgm:cxn modelId="{1DADB3E2-5A86-498D-B00E-010F5D26B3FF}" type="presParOf" srcId="{F22E33B1-4E85-4BBD-8811-5A1ACC76B6C8}" destId="{814BFB55-C5F8-4E33-B928-C111B29618A4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A5510EE7-DCB9-411A-808B-DFE3D08EEF5C}" type="doc">
      <dgm:prSet loTypeId="urn:microsoft.com/office/officeart/2005/8/layout/default" loCatId="list" qsTypeId="urn:microsoft.com/office/officeart/2005/8/quickstyle/simple2" qsCatId="simple" csTypeId="urn:microsoft.com/office/officeart/2005/8/colors/accent5_2" csCatId="accent5" phldr="1"/>
      <dgm:spPr/>
      <dgm:t>
        <a:bodyPr/>
        <a:lstStyle/>
        <a:p>
          <a:endParaRPr lang="en-US"/>
        </a:p>
      </dgm:t>
    </dgm:pt>
    <dgm:pt modelId="{D96E4880-AC7E-4B20-8AA2-7579EB228516}">
      <dgm:prSet custT="1"/>
      <dgm:spPr/>
      <dgm:t>
        <a:bodyPr/>
        <a:lstStyle/>
        <a:p>
          <a:r>
            <a:rPr lang="en-US" sz="1200" b="1" dirty="0"/>
            <a:t>1. </a:t>
          </a:r>
          <a:r>
            <a:rPr lang="en-US" sz="1200" b="1" dirty="0" err="1"/>
            <a:t>konsep</a:t>
          </a:r>
          <a:r>
            <a:rPr lang="en-US" sz="1200" b="1" dirty="0"/>
            <a:t> </a:t>
          </a:r>
          <a:r>
            <a:rPr lang="en-US" sz="1200" b="1" dirty="0" err="1"/>
            <a:t>angka</a:t>
          </a:r>
          <a:r>
            <a:rPr lang="en-US" sz="1200" b="1" dirty="0"/>
            <a:t> </a:t>
          </a:r>
          <a:r>
            <a:rPr lang="en-US" sz="1200" b="1" dirty="0" err="1"/>
            <a:t>signifikan</a:t>
          </a:r>
          <a:r>
            <a:rPr lang="en-US" sz="1200" b="1" dirty="0"/>
            <a:t> → </a:t>
          </a:r>
          <a:r>
            <a:rPr lang="en-US" sz="1200" b="1" dirty="0" err="1"/>
            <a:t>keandalan</a:t>
          </a:r>
          <a:r>
            <a:rPr lang="en-US" sz="1200" b="1" dirty="0"/>
            <a:t> </a:t>
          </a:r>
          <a:r>
            <a:rPr lang="en-US" sz="1200" b="1" dirty="0" err="1"/>
            <a:t>sebuah</a:t>
          </a:r>
          <a:r>
            <a:rPr lang="en-US" sz="1200" b="1" dirty="0"/>
            <a:t> </a:t>
          </a:r>
          <a:r>
            <a:rPr lang="en-US" sz="1200" b="1" dirty="0" err="1"/>
            <a:t>nilai</a:t>
          </a:r>
          <a:r>
            <a:rPr lang="en-US" sz="1200" b="1" dirty="0"/>
            <a:t> </a:t>
          </a:r>
          <a:r>
            <a:rPr lang="en-US" sz="1200" b="1" dirty="0" err="1"/>
            <a:t>numerik</a:t>
          </a:r>
          <a:endParaRPr lang="en-US" sz="1200" b="1" dirty="0"/>
        </a:p>
      </dgm:t>
    </dgm:pt>
    <dgm:pt modelId="{4146B2C2-4322-4DD4-A042-E27D422F6082}" type="parTrans" cxnId="{6D06DBCC-EF26-44E1-A017-CE96FD419DC5}">
      <dgm:prSet/>
      <dgm:spPr/>
      <dgm:t>
        <a:bodyPr/>
        <a:lstStyle/>
        <a:p>
          <a:endParaRPr lang="en-US"/>
        </a:p>
      </dgm:t>
    </dgm:pt>
    <dgm:pt modelId="{2275F9AA-4A67-4DEB-A237-D13BBD323926}" type="sibTrans" cxnId="{6D06DBCC-EF26-44E1-A017-CE96FD419DC5}">
      <dgm:prSet/>
      <dgm:spPr/>
      <dgm:t>
        <a:bodyPr/>
        <a:lstStyle/>
        <a:p>
          <a:endParaRPr lang="en-US"/>
        </a:p>
      </dgm:t>
    </dgm:pt>
    <dgm:pt modelId="{C997B8A2-BABC-4CB8-9730-457068EDF152}">
      <dgm:prSet custT="1"/>
      <dgm:spPr/>
      <dgm:t>
        <a:bodyPr/>
        <a:lstStyle/>
        <a:p>
          <a:r>
            <a:rPr lang="en-US" sz="1400" b="1" dirty="0"/>
            <a:t>2. </a:t>
          </a:r>
          <a:r>
            <a:rPr lang="en-US" sz="1400" b="1" dirty="0" err="1"/>
            <a:t>komputasi</a:t>
          </a:r>
          <a:r>
            <a:rPr lang="en-US" sz="1400" b="1" dirty="0"/>
            <a:t> </a:t>
          </a:r>
          <a:r>
            <a:rPr lang="en-US" sz="1400" b="1" dirty="0" err="1"/>
            <a:t>terhadap</a:t>
          </a:r>
          <a:r>
            <a:rPr lang="en-US" sz="1400" b="1" dirty="0"/>
            <a:t> </a:t>
          </a:r>
          <a:r>
            <a:rPr lang="en-US" sz="1400" b="1" dirty="0" err="1"/>
            <a:t>suatu</a:t>
          </a:r>
          <a:r>
            <a:rPr lang="en-US" sz="1400" b="1" dirty="0"/>
            <a:t> </a:t>
          </a:r>
          <a:r>
            <a:rPr lang="en-US" sz="1400" b="1" dirty="0" err="1"/>
            <a:t>bilangan</a:t>
          </a:r>
          <a:r>
            <a:rPr lang="en-US" sz="1400" b="1" dirty="0"/>
            <a:t> → </a:t>
          </a:r>
          <a:r>
            <a:rPr lang="en-US" sz="1400" b="1" dirty="0" err="1"/>
            <a:t>bilangan</a:t>
          </a:r>
          <a:r>
            <a:rPr lang="en-US" sz="1400" b="1" dirty="0"/>
            <a:t> </a:t>
          </a:r>
          <a:r>
            <a:rPr lang="en-US" sz="1400" b="1" dirty="0" err="1"/>
            <a:t>harus</a:t>
          </a:r>
          <a:r>
            <a:rPr lang="en-US" sz="1400" b="1" dirty="0"/>
            <a:t> </a:t>
          </a:r>
          <a:r>
            <a:rPr lang="en-US" sz="1400" b="1" dirty="0" err="1"/>
            <a:t>meyakinkan</a:t>
          </a:r>
          <a:endParaRPr lang="en-US" sz="1400" b="1" dirty="0"/>
        </a:p>
      </dgm:t>
    </dgm:pt>
    <dgm:pt modelId="{BA7D5A28-1E8C-4551-AD11-ACCD3F979EBA}" type="parTrans" cxnId="{B507679F-EC84-479B-BF41-88FD766C16F0}">
      <dgm:prSet/>
      <dgm:spPr/>
      <dgm:t>
        <a:bodyPr/>
        <a:lstStyle/>
        <a:p>
          <a:endParaRPr lang="en-US"/>
        </a:p>
      </dgm:t>
    </dgm:pt>
    <dgm:pt modelId="{608114D4-34BE-4FC5-98B5-7E8E6BF35E5C}" type="sibTrans" cxnId="{B507679F-EC84-479B-BF41-88FD766C16F0}">
      <dgm:prSet/>
      <dgm:spPr/>
      <dgm:t>
        <a:bodyPr/>
        <a:lstStyle/>
        <a:p>
          <a:endParaRPr lang="en-US"/>
        </a:p>
      </dgm:t>
    </dgm:pt>
    <dgm:pt modelId="{00EA2378-5F4D-47AB-84C0-B146884D00BD}">
      <dgm:prSet custT="1"/>
      <dgm:spPr/>
      <dgm:t>
        <a:bodyPr/>
        <a:lstStyle/>
        <a:p>
          <a:r>
            <a:rPr lang="en-US" sz="1200" b="1" dirty="0"/>
            <a:t>3. </a:t>
          </a:r>
          <a:r>
            <a:rPr lang="en-US" sz="1200" b="1" dirty="0" err="1"/>
            <a:t>Banyaknya</a:t>
          </a:r>
          <a:r>
            <a:rPr lang="en-US" sz="1200" b="1" dirty="0"/>
            <a:t> </a:t>
          </a:r>
          <a:r>
            <a:rPr lang="en-US" sz="1200" b="1" dirty="0" err="1"/>
            <a:t>angka</a:t>
          </a:r>
          <a:r>
            <a:rPr lang="en-US" sz="1200" b="1" dirty="0"/>
            <a:t> </a:t>
          </a:r>
          <a:r>
            <a:rPr lang="en-US" sz="1200" b="1" dirty="0" err="1"/>
            <a:t>signifikan</a:t>
          </a:r>
          <a:r>
            <a:rPr lang="en-US" sz="1200" b="1" dirty="0"/>
            <a:t> → </a:t>
          </a:r>
          <a:r>
            <a:rPr lang="en-US" sz="1200" b="1" dirty="0" err="1"/>
            <a:t>banyaknya</a:t>
          </a:r>
          <a:r>
            <a:rPr lang="en-US" sz="1200" b="1" dirty="0"/>
            <a:t> digit </a:t>
          </a:r>
          <a:r>
            <a:rPr lang="en-US" sz="1200" b="1" dirty="0" err="1"/>
            <a:t>tertentu</a:t>
          </a:r>
          <a:r>
            <a:rPr lang="en-US" sz="1200" b="1" dirty="0"/>
            <a:t> yang </a:t>
          </a:r>
          <a:r>
            <a:rPr lang="en-US" sz="1200" b="1" dirty="0" err="1"/>
            <a:t>dapat</a:t>
          </a:r>
          <a:r>
            <a:rPr lang="en-US" sz="1200" b="1" dirty="0"/>
            <a:t> </a:t>
          </a:r>
          <a:r>
            <a:rPr lang="en-US" sz="1200" b="1" dirty="0" err="1"/>
            <a:t>meyakinkan</a:t>
          </a:r>
          <a:r>
            <a:rPr lang="en-US" sz="1200" b="1" dirty="0"/>
            <a:t> </a:t>
          </a:r>
          <a:r>
            <a:rPr lang="en-US" sz="1200" b="1" dirty="0" err="1"/>
            <a:t>nilai</a:t>
          </a:r>
          <a:r>
            <a:rPr lang="en-US" sz="1200" b="1" dirty="0"/>
            <a:t> </a:t>
          </a:r>
          <a:r>
            <a:rPr lang="en-US" sz="1200" b="1" dirty="0" err="1"/>
            <a:t>tersebut</a:t>
          </a:r>
          <a:r>
            <a:rPr lang="en-US" sz="1200" b="1" dirty="0"/>
            <a:t>.</a:t>
          </a:r>
        </a:p>
      </dgm:t>
    </dgm:pt>
    <dgm:pt modelId="{F2F11BCE-1D85-48AE-976B-EF8B4B9FFDE1}" type="parTrans" cxnId="{A1755496-3486-4609-BA4C-1B2F30ACF06E}">
      <dgm:prSet/>
      <dgm:spPr/>
      <dgm:t>
        <a:bodyPr/>
        <a:lstStyle/>
        <a:p>
          <a:endParaRPr lang="en-US"/>
        </a:p>
      </dgm:t>
    </dgm:pt>
    <dgm:pt modelId="{007150A8-67D4-41B9-9D54-8F47638412CF}" type="sibTrans" cxnId="{A1755496-3486-4609-BA4C-1B2F30ACF06E}">
      <dgm:prSet/>
      <dgm:spPr/>
      <dgm:t>
        <a:bodyPr/>
        <a:lstStyle/>
        <a:p>
          <a:endParaRPr lang="en-US"/>
        </a:p>
      </dgm:t>
    </dgm:pt>
    <dgm:pt modelId="{DA7C7E6B-4AC5-4B62-8E71-51C56A54CCF6}">
      <dgm:prSet custT="1"/>
      <dgm:spPr/>
      <dgm:t>
        <a:bodyPr/>
        <a:lstStyle/>
        <a:p>
          <a:r>
            <a:rPr lang="en-US" sz="1200" b="1" dirty="0"/>
            <a:t>4. </a:t>
          </a:r>
          <a:r>
            <a:rPr lang="en-US" sz="1200" b="1" dirty="0" err="1"/>
            <a:t>Selain</a:t>
          </a:r>
          <a:r>
            <a:rPr lang="en-US" sz="1200" b="1" dirty="0"/>
            <a:t> </a:t>
          </a:r>
          <a:r>
            <a:rPr lang="en-US" sz="1200" b="1" dirty="0" err="1"/>
            <a:t>angka</a:t>
          </a:r>
          <a:r>
            <a:rPr lang="en-US" sz="1200" b="1" dirty="0"/>
            <a:t> </a:t>
          </a:r>
          <a:r>
            <a:rPr lang="en-US" sz="1200" b="1" dirty="0" err="1"/>
            <a:t>signifikan</a:t>
          </a:r>
          <a:r>
            <a:rPr lang="en-US" sz="1200" b="1" dirty="0"/>
            <a:t> juga </a:t>
          </a:r>
          <a:r>
            <a:rPr lang="en-US" sz="1200" b="1" dirty="0" err="1"/>
            <a:t>ada</a:t>
          </a:r>
          <a:r>
            <a:rPr lang="en-US" sz="1200" b="1" dirty="0"/>
            <a:t> </a:t>
          </a:r>
          <a:r>
            <a:rPr lang="en-US" sz="1200" b="1" dirty="0" err="1"/>
            <a:t>angka</a:t>
          </a:r>
          <a:r>
            <a:rPr lang="en-US" sz="1200" b="1" dirty="0"/>
            <a:t> </a:t>
          </a:r>
          <a:r>
            <a:rPr lang="en-US" sz="1200" b="1" dirty="0" err="1"/>
            <a:t>taksiran</a:t>
          </a:r>
          <a:r>
            <a:rPr lang="en-US" sz="1200" b="1" dirty="0"/>
            <a:t>. Angka </a:t>
          </a:r>
          <a:r>
            <a:rPr lang="en-US" sz="1200" b="1" dirty="0" err="1"/>
            <a:t>nol</a:t>
          </a:r>
          <a:r>
            <a:rPr lang="en-US" sz="1200" b="1" dirty="0"/>
            <a:t> </a:t>
          </a:r>
          <a:r>
            <a:rPr lang="en-US" sz="1200" b="1" dirty="0" err="1"/>
            <a:t>tidak</a:t>
          </a:r>
          <a:r>
            <a:rPr lang="en-US" sz="1200" b="1" dirty="0"/>
            <a:t> </a:t>
          </a:r>
          <a:r>
            <a:rPr lang="en-US" sz="1200" b="1" dirty="0" err="1"/>
            <a:t>selalu</a:t>
          </a:r>
          <a:r>
            <a:rPr lang="en-US" sz="1200" b="1" dirty="0"/>
            <a:t> </a:t>
          </a:r>
          <a:r>
            <a:rPr lang="en-US" sz="1200" b="1" dirty="0" err="1"/>
            <a:t>menjadi</a:t>
          </a:r>
          <a:r>
            <a:rPr lang="en-US" sz="1200" b="1" dirty="0"/>
            <a:t> </a:t>
          </a:r>
          <a:r>
            <a:rPr lang="en-US" sz="1200" b="1" dirty="0" err="1"/>
            <a:t>angka</a:t>
          </a:r>
          <a:r>
            <a:rPr lang="en-US" sz="1200" b="1" dirty="0"/>
            <a:t> </a:t>
          </a:r>
          <a:r>
            <a:rPr lang="en-US" sz="1200" b="1" dirty="0" err="1"/>
            <a:t>signifikan</a:t>
          </a:r>
          <a:r>
            <a:rPr lang="en-US" sz="1200" b="1" dirty="0"/>
            <a:t>.</a:t>
          </a:r>
        </a:p>
      </dgm:t>
    </dgm:pt>
    <dgm:pt modelId="{2CEC7808-FA23-46DC-B1DB-EBDEB9F47FF4}" type="parTrans" cxnId="{BAA1F496-0B79-4DD7-9D5C-F9D401FC6007}">
      <dgm:prSet/>
      <dgm:spPr/>
      <dgm:t>
        <a:bodyPr/>
        <a:lstStyle/>
        <a:p>
          <a:endParaRPr lang="en-US"/>
        </a:p>
      </dgm:t>
    </dgm:pt>
    <dgm:pt modelId="{6CD2EA96-6F88-43BD-9ADF-417EB7ABF366}" type="sibTrans" cxnId="{BAA1F496-0B79-4DD7-9D5C-F9D401FC6007}">
      <dgm:prSet/>
      <dgm:spPr/>
      <dgm:t>
        <a:bodyPr/>
        <a:lstStyle/>
        <a:p>
          <a:endParaRPr lang="en-US"/>
        </a:p>
      </dgm:t>
    </dgm:pt>
    <dgm:pt modelId="{3559C5F2-C38E-47F5-AE90-30485710BAFE}">
      <dgm:prSet/>
      <dgm:spPr/>
      <dgm:t>
        <a:bodyPr/>
        <a:lstStyle/>
        <a:p>
          <a:r>
            <a:rPr lang="en-US" dirty="0" err="1"/>
            <a:t>Contoh</a:t>
          </a:r>
          <a:r>
            <a:rPr lang="en-US" dirty="0"/>
            <a:t> : </a:t>
          </a:r>
        </a:p>
        <a:p>
          <a:r>
            <a:rPr lang="en-US" dirty="0"/>
            <a:t>a. 0,000123 → </a:t>
          </a:r>
          <a:r>
            <a:rPr lang="en-US" dirty="0" err="1"/>
            <a:t>mengandung</a:t>
          </a:r>
          <a:r>
            <a:rPr lang="en-US" dirty="0"/>
            <a:t> 3 AS (</a:t>
          </a:r>
          <a:r>
            <a:rPr lang="en-US" dirty="0" err="1"/>
            <a:t>nol</a:t>
          </a:r>
          <a:r>
            <a:rPr lang="en-US" dirty="0"/>
            <a:t> </a:t>
          </a:r>
          <a:r>
            <a:rPr lang="en-US" dirty="0" err="1"/>
            <a:t>bukan</a:t>
          </a:r>
          <a:r>
            <a:rPr lang="en-US" dirty="0"/>
            <a:t> AS) b. 0,00123 → </a:t>
          </a:r>
          <a:r>
            <a:rPr lang="en-US" dirty="0" err="1"/>
            <a:t>mengandung</a:t>
          </a:r>
          <a:r>
            <a:rPr lang="en-US" dirty="0"/>
            <a:t> 3 AS (</a:t>
          </a:r>
          <a:r>
            <a:rPr lang="en-US" dirty="0" err="1"/>
            <a:t>nol</a:t>
          </a:r>
          <a:r>
            <a:rPr lang="en-US" dirty="0"/>
            <a:t> </a:t>
          </a:r>
          <a:r>
            <a:rPr lang="en-US" dirty="0" err="1"/>
            <a:t>bukan</a:t>
          </a:r>
          <a:r>
            <a:rPr lang="en-US" dirty="0"/>
            <a:t> AS) c. 12.300 → </a:t>
          </a:r>
          <a:r>
            <a:rPr lang="en-US" dirty="0" err="1"/>
            <a:t>tidak</a:t>
          </a:r>
          <a:r>
            <a:rPr lang="en-US" dirty="0"/>
            <a:t> </a:t>
          </a:r>
          <a:r>
            <a:rPr lang="en-US" dirty="0" err="1"/>
            <a:t>jelas</a:t>
          </a:r>
          <a:r>
            <a:rPr lang="en-US" dirty="0"/>
            <a:t> </a:t>
          </a:r>
          <a:r>
            <a:rPr lang="en-US" dirty="0" err="1"/>
            <a:t>berapa</a:t>
          </a:r>
          <a:r>
            <a:rPr lang="en-US" dirty="0"/>
            <a:t> AS </a:t>
          </a:r>
          <a:r>
            <a:rPr lang="en-US" dirty="0" err="1"/>
            <a:t>karena</a:t>
          </a:r>
          <a:r>
            <a:rPr lang="en-US" dirty="0"/>
            <a:t> </a:t>
          </a:r>
          <a:r>
            <a:rPr lang="en-US" dirty="0" err="1"/>
            <a:t>masih</a:t>
          </a:r>
          <a:r>
            <a:rPr lang="en-US" dirty="0"/>
            <a:t> </a:t>
          </a:r>
          <a:r>
            <a:rPr lang="en-US" dirty="0" err="1"/>
            <a:t>dipertanyakan</a:t>
          </a:r>
          <a:r>
            <a:rPr lang="en-US" dirty="0"/>
            <a:t> </a:t>
          </a:r>
          <a:r>
            <a:rPr lang="en-US" dirty="0" err="1"/>
            <a:t>nol</a:t>
          </a:r>
          <a:r>
            <a:rPr lang="en-US" dirty="0"/>
            <a:t> </a:t>
          </a:r>
          <a:r>
            <a:rPr lang="en-US" dirty="0" err="1"/>
            <a:t>berarti</a:t>
          </a:r>
          <a:r>
            <a:rPr lang="en-US" dirty="0"/>
            <a:t> </a:t>
          </a:r>
          <a:r>
            <a:rPr lang="en-US" dirty="0" err="1"/>
            <a:t>atau</a:t>
          </a:r>
          <a:r>
            <a:rPr lang="en-US" dirty="0"/>
            <a:t> </a:t>
          </a:r>
          <a:r>
            <a:rPr lang="en-US" dirty="0" err="1"/>
            <a:t>tidak</a:t>
          </a:r>
          <a:endParaRPr lang="en-US" dirty="0"/>
        </a:p>
      </dgm:t>
    </dgm:pt>
    <dgm:pt modelId="{34784827-DCA6-4A1B-9248-810B5F8B4D20}" type="parTrans" cxnId="{41318D1F-D363-4C02-AAC1-85D4E30F7DD2}">
      <dgm:prSet/>
      <dgm:spPr/>
      <dgm:t>
        <a:bodyPr/>
        <a:lstStyle/>
        <a:p>
          <a:endParaRPr lang="en-US"/>
        </a:p>
      </dgm:t>
    </dgm:pt>
    <dgm:pt modelId="{D0E46A36-B4B1-40CE-9278-54571A66F897}" type="sibTrans" cxnId="{41318D1F-D363-4C02-AAC1-85D4E30F7DD2}">
      <dgm:prSet/>
      <dgm:spPr/>
      <dgm:t>
        <a:bodyPr/>
        <a:lstStyle/>
        <a:p>
          <a:endParaRPr lang="en-US"/>
        </a:p>
      </dgm:t>
    </dgm:pt>
    <dgm:pt modelId="{49029684-D562-43BD-8006-89175836B1FB}">
      <dgm:prSet custT="1"/>
      <dgm:spPr/>
      <dgm:t>
        <a:bodyPr/>
        <a:lstStyle/>
        <a:p>
          <a:r>
            <a:rPr lang="en-US" sz="1200" b="1" dirty="0"/>
            <a:t>5. </a:t>
          </a:r>
          <a:r>
            <a:rPr lang="en-US" sz="1200" b="1" dirty="0" err="1"/>
            <a:t>Ketidakpastian</a:t>
          </a:r>
          <a:r>
            <a:rPr lang="en-US" sz="1200" b="1" dirty="0"/>
            <a:t> → </a:t>
          </a:r>
          <a:r>
            <a:rPr lang="en-US" sz="1200" b="1" dirty="0" err="1"/>
            <a:t>kepastian</a:t>
          </a:r>
          <a:r>
            <a:rPr lang="en-US" sz="1200" b="1" dirty="0"/>
            <a:t> </a:t>
          </a:r>
          <a:r>
            <a:rPr lang="en-US" sz="1200" b="1" dirty="0" err="1"/>
            <a:t>jika</a:t>
          </a:r>
          <a:r>
            <a:rPr lang="en-US" sz="1200" b="1" dirty="0"/>
            <a:t> </a:t>
          </a:r>
          <a:r>
            <a:rPr lang="en-US" sz="1200" b="1" dirty="0" err="1"/>
            <a:t>digunakan</a:t>
          </a:r>
          <a:r>
            <a:rPr lang="en-US" sz="1200" b="1" dirty="0"/>
            <a:t> </a:t>
          </a:r>
          <a:r>
            <a:rPr lang="en-US" sz="1200" b="1" dirty="0" err="1"/>
            <a:t>notasi</a:t>
          </a:r>
          <a:r>
            <a:rPr lang="en-US" sz="1200" b="1" dirty="0"/>
            <a:t> </a:t>
          </a:r>
          <a:r>
            <a:rPr lang="en-US" sz="1200" b="1" dirty="0" err="1"/>
            <a:t>ilmiah</a:t>
          </a:r>
          <a:endParaRPr lang="en-US" sz="1200" b="1" dirty="0"/>
        </a:p>
      </dgm:t>
    </dgm:pt>
    <dgm:pt modelId="{D37B14BD-6A15-4439-8169-4874698E5F64}" type="parTrans" cxnId="{90E272FB-D6EF-4340-8F02-3B38165AE96C}">
      <dgm:prSet/>
      <dgm:spPr/>
      <dgm:t>
        <a:bodyPr/>
        <a:lstStyle/>
        <a:p>
          <a:endParaRPr lang="en-US"/>
        </a:p>
      </dgm:t>
    </dgm:pt>
    <dgm:pt modelId="{CBC9507D-25CF-4AE4-97E5-E0EDBC86569F}" type="sibTrans" cxnId="{90E272FB-D6EF-4340-8F02-3B38165AE96C}">
      <dgm:prSet/>
      <dgm:spPr/>
      <dgm:t>
        <a:bodyPr/>
        <a:lstStyle/>
        <a:p>
          <a:endParaRPr lang="en-US"/>
        </a:p>
      </dgm:t>
    </dgm:pt>
    <dgm:pt modelId="{D78AF97B-CE9B-43E4-ADBC-589F324B4102}">
      <dgm:prSet/>
      <dgm:spPr/>
      <dgm:t>
        <a:bodyPr/>
        <a:lstStyle/>
        <a:p>
          <a:r>
            <a:rPr lang="en-US"/>
            <a:t>a. 1.23 x 104 → mengandung 3 AS (memakai notasi ilmiah)</a:t>
          </a:r>
        </a:p>
      </dgm:t>
    </dgm:pt>
    <dgm:pt modelId="{724FD187-C23E-4E06-8D6B-324092CE6561}" type="parTrans" cxnId="{1E5D67B0-E041-4987-9158-64DCD698C7B6}">
      <dgm:prSet/>
      <dgm:spPr/>
      <dgm:t>
        <a:bodyPr/>
        <a:lstStyle/>
        <a:p>
          <a:endParaRPr lang="en-US"/>
        </a:p>
      </dgm:t>
    </dgm:pt>
    <dgm:pt modelId="{E64367F4-E23A-4C62-BC8D-023DAD399EF2}" type="sibTrans" cxnId="{1E5D67B0-E041-4987-9158-64DCD698C7B6}">
      <dgm:prSet/>
      <dgm:spPr/>
      <dgm:t>
        <a:bodyPr/>
        <a:lstStyle/>
        <a:p>
          <a:endParaRPr lang="en-US"/>
        </a:p>
      </dgm:t>
    </dgm:pt>
    <dgm:pt modelId="{76952F21-2419-4D80-9AEE-443D8A6EA0A9}">
      <dgm:prSet/>
      <dgm:spPr/>
      <dgm:t>
        <a:bodyPr/>
        <a:lstStyle/>
        <a:p>
          <a:r>
            <a:rPr lang="en-US"/>
            <a:t>b. 1,230 x 104 → mengandung 4 AS (memakai notasi ilmiah)</a:t>
          </a:r>
        </a:p>
      </dgm:t>
    </dgm:pt>
    <dgm:pt modelId="{57FEC9C2-20D4-4ADF-9B38-11C5647152B9}" type="parTrans" cxnId="{6B7BC701-BBF9-41D4-A73E-AA64273CD192}">
      <dgm:prSet/>
      <dgm:spPr/>
      <dgm:t>
        <a:bodyPr/>
        <a:lstStyle/>
        <a:p>
          <a:endParaRPr lang="en-US"/>
        </a:p>
      </dgm:t>
    </dgm:pt>
    <dgm:pt modelId="{54490594-EDD3-4C70-82E7-46CD84551CAF}" type="sibTrans" cxnId="{6B7BC701-BBF9-41D4-A73E-AA64273CD192}">
      <dgm:prSet/>
      <dgm:spPr/>
      <dgm:t>
        <a:bodyPr/>
        <a:lstStyle/>
        <a:p>
          <a:endParaRPr lang="en-US"/>
        </a:p>
      </dgm:t>
    </dgm:pt>
    <dgm:pt modelId="{41306EE8-E843-4E3E-89DE-2B39A2F9E43C}">
      <dgm:prSet/>
      <dgm:spPr/>
      <dgm:t>
        <a:bodyPr/>
        <a:lstStyle/>
        <a:p>
          <a:r>
            <a:rPr lang="en-US"/>
            <a:t>c. 1,2300 x 104 → mengandung 5 AS (memakai notasi ilmiah)</a:t>
          </a:r>
        </a:p>
      </dgm:t>
    </dgm:pt>
    <dgm:pt modelId="{AB2B7962-42F6-4032-8B3D-A7423284E764}" type="parTrans" cxnId="{A0615EA8-4B80-4D6D-90D4-56E9B3DA0A17}">
      <dgm:prSet/>
      <dgm:spPr/>
      <dgm:t>
        <a:bodyPr/>
        <a:lstStyle/>
        <a:p>
          <a:endParaRPr lang="en-US"/>
        </a:p>
      </dgm:t>
    </dgm:pt>
    <dgm:pt modelId="{595C3078-6B5D-4AD8-8CDF-D83E2C56B0BB}" type="sibTrans" cxnId="{A0615EA8-4B80-4D6D-90D4-56E9B3DA0A17}">
      <dgm:prSet/>
      <dgm:spPr/>
      <dgm:t>
        <a:bodyPr/>
        <a:lstStyle/>
        <a:p>
          <a:endParaRPr lang="en-US"/>
        </a:p>
      </dgm:t>
    </dgm:pt>
    <dgm:pt modelId="{FD6C88A0-541E-4787-A3C1-29E63A7778F1}" type="pres">
      <dgm:prSet presAssocID="{A5510EE7-DCB9-411A-808B-DFE3D08EEF5C}" presName="diagram" presStyleCnt="0">
        <dgm:presLayoutVars>
          <dgm:dir/>
          <dgm:resizeHandles val="exact"/>
        </dgm:presLayoutVars>
      </dgm:prSet>
      <dgm:spPr/>
    </dgm:pt>
    <dgm:pt modelId="{8CA8D486-1F40-474D-BCC3-C552986AF104}" type="pres">
      <dgm:prSet presAssocID="{D96E4880-AC7E-4B20-8AA2-7579EB228516}" presName="node" presStyleLbl="node1" presStyleIdx="0" presStyleCnt="9">
        <dgm:presLayoutVars>
          <dgm:bulletEnabled val="1"/>
        </dgm:presLayoutVars>
      </dgm:prSet>
      <dgm:spPr/>
    </dgm:pt>
    <dgm:pt modelId="{82EEEB28-5A24-45EA-A75D-40CDE79AB362}" type="pres">
      <dgm:prSet presAssocID="{2275F9AA-4A67-4DEB-A237-D13BBD323926}" presName="sibTrans" presStyleCnt="0"/>
      <dgm:spPr/>
    </dgm:pt>
    <dgm:pt modelId="{4161CA57-3EF8-44F6-BF64-2B9F2AFDF5FD}" type="pres">
      <dgm:prSet presAssocID="{C997B8A2-BABC-4CB8-9730-457068EDF152}" presName="node" presStyleLbl="node1" presStyleIdx="1" presStyleCnt="9">
        <dgm:presLayoutVars>
          <dgm:bulletEnabled val="1"/>
        </dgm:presLayoutVars>
      </dgm:prSet>
      <dgm:spPr/>
    </dgm:pt>
    <dgm:pt modelId="{82775403-A1D6-4288-B3F8-39132F04CC6F}" type="pres">
      <dgm:prSet presAssocID="{608114D4-34BE-4FC5-98B5-7E8E6BF35E5C}" presName="sibTrans" presStyleCnt="0"/>
      <dgm:spPr/>
    </dgm:pt>
    <dgm:pt modelId="{CAC24B1D-9088-4CD1-80E3-F2E982B67184}" type="pres">
      <dgm:prSet presAssocID="{00EA2378-5F4D-47AB-84C0-B146884D00BD}" presName="node" presStyleLbl="node1" presStyleIdx="2" presStyleCnt="9">
        <dgm:presLayoutVars>
          <dgm:bulletEnabled val="1"/>
        </dgm:presLayoutVars>
      </dgm:prSet>
      <dgm:spPr/>
    </dgm:pt>
    <dgm:pt modelId="{97078CAC-7969-4080-BBE1-68234695CF70}" type="pres">
      <dgm:prSet presAssocID="{007150A8-67D4-41B9-9D54-8F47638412CF}" presName="sibTrans" presStyleCnt="0"/>
      <dgm:spPr/>
    </dgm:pt>
    <dgm:pt modelId="{634614A5-56A9-4EBF-AAD8-51043954DEFC}" type="pres">
      <dgm:prSet presAssocID="{DA7C7E6B-4AC5-4B62-8E71-51C56A54CCF6}" presName="node" presStyleLbl="node1" presStyleIdx="3" presStyleCnt="9">
        <dgm:presLayoutVars>
          <dgm:bulletEnabled val="1"/>
        </dgm:presLayoutVars>
      </dgm:prSet>
      <dgm:spPr/>
    </dgm:pt>
    <dgm:pt modelId="{81A637F9-8787-4ED0-B0B3-061290C5D178}" type="pres">
      <dgm:prSet presAssocID="{6CD2EA96-6F88-43BD-9ADF-417EB7ABF366}" presName="sibTrans" presStyleCnt="0"/>
      <dgm:spPr/>
    </dgm:pt>
    <dgm:pt modelId="{2D142336-ED2C-48E8-802D-C324C2AA813D}" type="pres">
      <dgm:prSet presAssocID="{3559C5F2-C38E-47F5-AE90-30485710BAFE}" presName="node" presStyleLbl="node1" presStyleIdx="4" presStyleCnt="9">
        <dgm:presLayoutVars>
          <dgm:bulletEnabled val="1"/>
        </dgm:presLayoutVars>
      </dgm:prSet>
      <dgm:spPr/>
    </dgm:pt>
    <dgm:pt modelId="{5D660A50-FCB4-4DC1-A40F-7A86ECEC125B}" type="pres">
      <dgm:prSet presAssocID="{D0E46A36-B4B1-40CE-9278-54571A66F897}" presName="sibTrans" presStyleCnt="0"/>
      <dgm:spPr/>
    </dgm:pt>
    <dgm:pt modelId="{CBA3C543-8C69-4B7A-9B78-F690739AC006}" type="pres">
      <dgm:prSet presAssocID="{49029684-D562-43BD-8006-89175836B1FB}" presName="node" presStyleLbl="node1" presStyleIdx="5" presStyleCnt="9">
        <dgm:presLayoutVars>
          <dgm:bulletEnabled val="1"/>
        </dgm:presLayoutVars>
      </dgm:prSet>
      <dgm:spPr/>
    </dgm:pt>
    <dgm:pt modelId="{2800979C-A958-4DDF-8352-A5F1FA253622}" type="pres">
      <dgm:prSet presAssocID="{CBC9507D-25CF-4AE4-97E5-E0EDBC86569F}" presName="sibTrans" presStyleCnt="0"/>
      <dgm:spPr/>
    </dgm:pt>
    <dgm:pt modelId="{C3EE1A2D-1620-4A5B-BA48-432C0E41F85F}" type="pres">
      <dgm:prSet presAssocID="{D78AF97B-CE9B-43E4-ADBC-589F324B4102}" presName="node" presStyleLbl="node1" presStyleIdx="6" presStyleCnt="9">
        <dgm:presLayoutVars>
          <dgm:bulletEnabled val="1"/>
        </dgm:presLayoutVars>
      </dgm:prSet>
      <dgm:spPr/>
    </dgm:pt>
    <dgm:pt modelId="{46A09423-F0B3-4B59-97A2-656231713D10}" type="pres">
      <dgm:prSet presAssocID="{E64367F4-E23A-4C62-BC8D-023DAD399EF2}" presName="sibTrans" presStyleCnt="0"/>
      <dgm:spPr/>
    </dgm:pt>
    <dgm:pt modelId="{A4A8620B-1F0D-46F6-849C-8CE6D7D1B8FA}" type="pres">
      <dgm:prSet presAssocID="{76952F21-2419-4D80-9AEE-443D8A6EA0A9}" presName="node" presStyleLbl="node1" presStyleIdx="7" presStyleCnt="9">
        <dgm:presLayoutVars>
          <dgm:bulletEnabled val="1"/>
        </dgm:presLayoutVars>
      </dgm:prSet>
      <dgm:spPr/>
    </dgm:pt>
    <dgm:pt modelId="{710EB707-1C4D-46E1-B755-56298D0098DC}" type="pres">
      <dgm:prSet presAssocID="{54490594-EDD3-4C70-82E7-46CD84551CAF}" presName="sibTrans" presStyleCnt="0"/>
      <dgm:spPr/>
    </dgm:pt>
    <dgm:pt modelId="{168C7B95-7973-436D-B798-B525213D469C}" type="pres">
      <dgm:prSet presAssocID="{41306EE8-E843-4E3E-89DE-2B39A2F9E43C}" presName="node" presStyleLbl="node1" presStyleIdx="8" presStyleCnt="9">
        <dgm:presLayoutVars>
          <dgm:bulletEnabled val="1"/>
        </dgm:presLayoutVars>
      </dgm:prSet>
      <dgm:spPr/>
    </dgm:pt>
  </dgm:ptLst>
  <dgm:cxnLst>
    <dgm:cxn modelId="{6B7BC701-BBF9-41D4-A73E-AA64273CD192}" srcId="{A5510EE7-DCB9-411A-808B-DFE3D08EEF5C}" destId="{76952F21-2419-4D80-9AEE-443D8A6EA0A9}" srcOrd="7" destOrd="0" parTransId="{57FEC9C2-20D4-4ADF-9B38-11C5647152B9}" sibTransId="{54490594-EDD3-4C70-82E7-46CD84551CAF}"/>
    <dgm:cxn modelId="{9CCCFE19-6D46-4735-BF36-7313D9F194F6}" type="presOf" srcId="{76952F21-2419-4D80-9AEE-443D8A6EA0A9}" destId="{A4A8620B-1F0D-46F6-849C-8CE6D7D1B8FA}" srcOrd="0" destOrd="0" presId="urn:microsoft.com/office/officeart/2005/8/layout/default"/>
    <dgm:cxn modelId="{41318D1F-D363-4C02-AAC1-85D4E30F7DD2}" srcId="{A5510EE7-DCB9-411A-808B-DFE3D08EEF5C}" destId="{3559C5F2-C38E-47F5-AE90-30485710BAFE}" srcOrd="4" destOrd="0" parTransId="{34784827-DCA6-4A1B-9248-810B5F8B4D20}" sibTransId="{D0E46A36-B4B1-40CE-9278-54571A66F897}"/>
    <dgm:cxn modelId="{EF355B20-D225-49FF-BF8C-D0CEDDB2D463}" type="presOf" srcId="{49029684-D562-43BD-8006-89175836B1FB}" destId="{CBA3C543-8C69-4B7A-9B78-F690739AC006}" srcOrd="0" destOrd="0" presId="urn:microsoft.com/office/officeart/2005/8/layout/default"/>
    <dgm:cxn modelId="{E1BF652A-6C9B-4F31-913E-DBCC95381083}" type="presOf" srcId="{D78AF97B-CE9B-43E4-ADBC-589F324B4102}" destId="{C3EE1A2D-1620-4A5B-BA48-432C0E41F85F}" srcOrd="0" destOrd="0" presId="urn:microsoft.com/office/officeart/2005/8/layout/default"/>
    <dgm:cxn modelId="{91213432-A66C-487A-ACDC-BF22FB703227}" type="presOf" srcId="{A5510EE7-DCB9-411A-808B-DFE3D08EEF5C}" destId="{FD6C88A0-541E-4787-A3C1-29E63A7778F1}" srcOrd="0" destOrd="0" presId="urn:microsoft.com/office/officeart/2005/8/layout/default"/>
    <dgm:cxn modelId="{CF6EAD7A-C6F0-4784-8A2F-299C85936A24}" type="presOf" srcId="{DA7C7E6B-4AC5-4B62-8E71-51C56A54CCF6}" destId="{634614A5-56A9-4EBF-AAD8-51043954DEFC}" srcOrd="0" destOrd="0" presId="urn:microsoft.com/office/officeart/2005/8/layout/default"/>
    <dgm:cxn modelId="{A1755496-3486-4609-BA4C-1B2F30ACF06E}" srcId="{A5510EE7-DCB9-411A-808B-DFE3D08EEF5C}" destId="{00EA2378-5F4D-47AB-84C0-B146884D00BD}" srcOrd="2" destOrd="0" parTransId="{F2F11BCE-1D85-48AE-976B-EF8B4B9FFDE1}" sibTransId="{007150A8-67D4-41B9-9D54-8F47638412CF}"/>
    <dgm:cxn modelId="{BAA1F496-0B79-4DD7-9D5C-F9D401FC6007}" srcId="{A5510EE7-DCB9-411A-808B-DFE3D08EEF5C}" destId="{DA7C7E6B-4AC5-4B62-8E71-51C56A54CCF6}" srcOrd="3" destOrd="0" parTransId="{2CEC7808-FA23-46DC-B1DB-EBDEB9F47FF4}" sibTransId="{6CD2EA96-6F88-43BD-9ADF-417EB7ABF366}"/>
    <dgm:cxn modelId="{A164949B-37F8-4039-A4DB-09CFC26451C9}" type="presOf" srcId="{00EA2378-5F4D-47AB-84C0-B146884D00BD}" destId="{CAC24B1D-9088-4CD1-80E3-F2E982B67184}" srcOrd="0" destOrd="0" presId="urn:microsoft.com/office/officeart/2005/8/layout/default"/>
    <dgm:cxn modelId="{6003EE9D-3176-4C4E-8B49-CD6BFE97033F}" type="presOf" srcId="{D96E4880-AC7E-4B20-8AA2-7579EB228516}" destId="{8CA8D486-1F40-474D-BCC3-C552986AF104}" srcOrd="0" destOrd="0" presId="urn:microsoft.com/office/officeart/2005/8/layout/default"/>
    <dgm:cxn modelId="{B507679F-EC84-479B-BF41-88FD766C16F0}" srcId="{A5510EE7-DCB9-411A-808B-DFE3D08EEF5C}" destId="{C997B8A2-BABC-4CB8-9730-457068EDF152}" srcOrd="1" destOrd="0" parTransId="{BA7D5A28-1E8C-4551-AD11-ACCD3F979EBA}" sibTransId="{608114D4-34BE-4FC5-98B5-7E8E6BF35E5C}"/>
    <dgm:cxn modelId="{A0615EA8-4B80-4D6D-90D4-56E9B3DA0A17}" srcId="{A5510EE7-DCB9-411A-808B-DFE3D08EEF5C}" destId="{41306EE8-E843-4E3E-89DE-2B39A2F9E43C}" srcOrd="8" destOrd="0" parTransId="{AB2B7962-42F6-4032-8B3D-A7423284E764}" sibTransId="{595C3078-6B5D-4AD8-8CDF-D83E2C56B0BB}"/>
    <dgm:cxn modelId="{1E5D67B0-E041-4987-9158-64DCD698C7B6}" srcId="{A5510EE7-DCB9-411A-808B-DFE3D08EEF5C}" destId="{D78AF97B-CE9B-43E4-ADBC-589F324B4102}" srcOrd="6" destOrd="0" parTransId="{724FD187-C23E-4E06-8D6B-324092CE6561}" sibTransId="{E64367F4-E23A-4C62-BC8D-023DAD399EF2}"/>
    <dgm:cxn modelId="{68BB99BC-1C94-4D57-BBA9-F8937583AC1B}" type="presOf" srcId="{41306EE8-E843-4E3E-89DE-2B39A2F9E43C}" destId="{168C7B95-7973-436D-B798-B525213D469C}" srcOrd="0" destOrd="0" presId="urn:microsoft.com/office/officeart/2005/8/layout/default"/>
    <dgm:cxn modelId="{5FE64BBF-19E1-4946-B909-1B345855DEBC}" type="presOf" srcId="{C997B8A2-BABC-4CB8-9730-457068EDF152}" destId="{4161CA57-3EF8-44F6-BF64-2B9F2AFDF5FD}" srcOrd="0" destOrd="0" presId="urn:microsoft.com/office/officeart/2005/8/layout/default"/>
    <dgm:cxn modelId="{6D06DBCC-EF26-44E1-A017-CE96FD419DC5}" srcId="{A5510EE7-DCB9-411A-808B-DFE3D08EEF5C}" destId="{D96E4880-AC7E-4B20-8AA2-7579EB228516}" srcOrd="0" destOrd="0" parTransId="{4146B2C2-4322-4DD4-A042-E27D422F6082}" sibTransId="{2275F9AA-4A67-4DEB-A237-D13BBD323926}"/>
    <dgm:cxn modelId="{7056D5D9-5322-4D43-8D00-38463405B878}" type="presOf" srcId="{3559C5F2-C38E-47F5-AE90-30485710BAFE}" destId="{2D142336-ED2C-48E8-802D-C324C2AA813D}" srcOrd="0" destOrd="0" presId="urn:microsoft.com/office/officeart/2005/8/layout/default"/>
    <dgm:cxn modelId="{90E272FB-D6EF-4340-8F02-3B38165AE96C}" srcId="{A5510EE7-DCB9-411A-808B-DFE3D08EEF5C}" destId="{49029684-D562-43BD-8006-89175836B1FB}" srcOrd="5" destOrd="0" parTransId="{D37B14BD-6A15-4439-8169-4874698E5F64}" sibTransId="{CBC9507D-25CF-4AE4-97E5-E0EDBC86569F}"/>
    <dgm:cxn modelId="{66BC5C64-AA6C-489F-AE1E-CBA60BAB3E94}" type="presParOf" srcId="{FD6C88A0-541E-4787-A3C1-29E63A7778F1}" destId="{8CA8D486-1F40-474D-BCC3-C552986AF104}" srcOrd="0" destOrd="0" presId="urn:microsoft.com/office/officeart/2005/8/layout/default"/>
    <dgm:cxn modelId="{DFE5F5E9-FFA6-4B84-8E04-AB89B71AE38B}" type="presParOf" srcId="{FD6C88A0-541E-4787-A3C1-29E63A7778F1}" destId="{82EEEB28-5A24-45EA-A75D-40CDE79AB362}" srcOrd="1" destOrd="0" presId="urn:microsoft.com/office/officeart/2005/8/layout/default"/>
    <dgm:cxn modelId="{5C3CAC7B-49D7-45FF-A524-E936477786ED}" type="presParOf" srcId="{FD6C88A0-541E-4787-A3C1-29E63A7778F1}" destId="{4161CA57-3EF8-44F6-BF64-2B9F2AFDF5FD}" srcOrd="2" destOrd="0" presId="urn:microsoft.com/office/officeart/2005/8/layout/default"/>
    <dgm:cxn modelId="{DBD1EDA1-DA65-4A88-BAB0-822DF6080869}" type="presParOf" srcId="{FD6C88A0-541E-4787-A3C1-29E63A7778F1}" destId="{82775403-A1D6-4288-B3F8-39132F04CC6F}" srcOrd="3" destOrd="0" presId="urn:microsoft.com/office/officeart/2005/8/layout/default"/>
    <dgm:cxn modelId="{E91777A0-6E63-4503-A2B5-22EEDF994CCB}" type="presParOf" srcId="{FD6C88A0-541E-4787-A3C1-29E63A7778F1}" destId="{CAC24B1D-9088-4CD1-80E3-F2E982B67184}" srcOrd="4" destOrd="0" presId="urn:microsoft.com/office/officeart/2005/8/layout/default"/>
    <dgm:cxn modelId="{6FDD9F9D-9EB9-4F4B-BD3D-E073113AA957}" type="presParOf" srcId="{FD6C88A0-541E-4787-A3C1-29E63A7778F1}" destId="{97078CAC-7969-4080-BBE1-68234695CF70}" srcOrd="5" destOrd="0" presId="urn:microsoft.com/office/officeart/2005/8/layout/default"/>
    <dgm:cxn modelId="{123B4631-E1D4-45B8-8938-334A7AE4FC3E}" type="presParOf" srcId="{FD6C88A0-541E-4787-A3C1-29E63A7778F1}" destId="{634614A5-56A9-4EBF-AAD8-51043954DEFC}" srcOrd="6" destOrd="0" presId="urn:microsoft.com/office/officeart/2005/8/layout/default"/>
    <dgm:cxn modelId="{54640CD0-8B4D-45DB-85F0-188DA281F0A8}" type="presParOf" srcId="{FD6C88A0-541E-4787-A3C1-29E63A7778F1}" destId="{81A637F9-8787-4ED0-B0B3-061290C5D178}" srcOrd="7" destOrd="0" presId="urn:microsoft.com/office/officeart/2005/8/layout/default"/>
    <dgm:cxn modelId="{0FE0FCDD-CEDB-4111-B252-D0A54DE50DF0}" type="presParOf" srcId="{FD6C88A0-541E-4787-A3C1-29E63A7778F1}" destId="{2D142336-ED2C-48E8-802D-C324C2AA813D}" srcOrd="8" destOrd="0" presId="urn:microsoft.com/office/officeart/2005/8/layout/default"/>
    <dgm:cxn modelId="{76F5D0A4-F19D-44D8-AD49-9D15738D7618}" type="presParOf" srcId="{FD6C88A0-541E-4787-A3C1-29E63A7778F1}" destId="{5D660A50-FCB4-4DC1-A40F-7A86ECEC125B}" srcOrd="9" destOrd="0" presId="urn:microsoft.com/office/officeart/2005/8/layout/default"/>
    <dgm:cxn modelId="{ACEA7700-8B06-49A1-AFAA-3C80A6E967A8}" type="presParOf" srcId="{FD6C88A0-541E-4787-A3C1-29E63A7778F1}" destId="{CBA3C543-8C69-4B7A-9B78-F690739AC006}" srcOrd="10" destOrd="0" presId="urn:microsoft.com/office/officeart/2005/8/layout/default"/>
    <dgm:cxn modelId="{12AC5661-BD85-43AB-8E9F-A4F87F19975A}" type="presParOf" srcId="{FD6C88A0-541E-4787-A3C1-29E63A7778F1}" destId="{2800979C-A958-4DDF-8352-A5F1FA253622}" srcOrd="11" destOrd="0" presId="urn:microsoft.com/office/officeart/2005/8/layout/default"/>
    <dgm:cxn modelId="{7835C696-0F19-43A5-980F-651E15262541}" type="presParOf" srcId="{FD6C88A0-541E-4787-A3C1-29E63A7778F1}" destId="{C3EE1A2D-1620-4A5B-BA48-432C0E41F85F}" srcOrd="12" destOrd="0" presId="urn:microsoft.com/office/officeart/2005/8/layout/default"/>
    <dgm:cxn modelId="{301E38F3-2852-4736-8B5E-B76299405F2D}" type="presParOf" srcId="{FD6C88A0-541E-4787-A3C1-29E63A7778F1}" destId="{46A09423-F0B3-4B59-97A2-656231713D10}" srcOrd="13" destOrd="0" presId="urn:microsoft.com/office/officeart/2005/8/layout/default"/>
    <dgm:cxn modelId="{56BAA07C-8F83-49F5-B509-69E7839BF7D5}" type="presParOf" srcId="{FD6C88A0-541E-4787-A3C1-29E63A7778F1}" destId="{A4A8620B-1F0D-46F6-849C-8CE6D7D1B8FA}" srcOrd="14" destOrd="0" presId="urn:microsoft.com/office/officeart/2005/8/layout/default"/>
    <dgm:cxn modelId="{982C64BE-5FC4-452E-8662-1B91DB686A52}" type="presParOf" srcId="{FD6C88A0-541E-4787-A3C1-29E63A7778F1}" destId="{710EB707-1C4D-46E1-B755-56298D0098DC}" srcOrd="15" destOrd="0" presId="urn:microsoft.com/office/officeart/2005/8/layout/default"/>
    <dgm:cxn modelId="{A703B51C-F0E7-4E1D-9F0D-8C7BE3A9B180}" type="presParOf" srcId="{FD6C88A0-541E-4787-A3C1-29E63A7778F1}" destId="{168C7B95-7973-436D-B798-B525213D469C}" srcOrd="16" destOrd="0" presId="urn:microsoft.com/office/officeart/2005/8/layout/defaul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4E23AF3F-9E13-4E61-8208-54FDAA49BC81}" type="doc">
      <dgm:prSet loTypeId="urn:microsoft.com/office/officeart/2008/layout/LinedList" loCatId="list" qsTypeId="urn:microsoft.com/office/officeart/2005/8/quickstyle/simple1" qsCatId="simple" csTypeId="urn:microsoft.com/office/officeart/2005/8/colors/colorful2" csCatId="colorful" phldr="1"/>
      <dgm:spPr/>
      <dgm:t>
        <a:bodyPr/>
        <a:lstStyle/>
        <a:p>
          <a:endParaRPr lang="en-US"/>
        </a:p>
      </dgm:t>
    </dgm:pt>
    <dgm:pt modelId="{3713E694-D0E9-4F98-B5A6-E3D2E984C0F8}">
      <dgm:prSet/>
      <dgm:spPr/>
      <dgm:t>
        <a:bodyPr/>
        <a:lstStyle/>
        <a:p>
          <a:r>
            <a:rPr lang="en-US" b="0" i="0" baseline="0" dirty="0"/>
            <a:t>1. </a:t>
          </a:r>
          <a:r>
            <a:rPr lang="en-US" b="0" i="0" baseline="0" dirty="0" err="1"/>
            <a:t>Kesalahan</a:t>
          </a:r>
          <a:r>
            <a:rPr lang="en-US" b="0" i="0" baseline="0" dirty="0"/>
            <a:t> </a:t>
          </a:r>
          <a:r>
            <a:rPr lang="en-US" b="0" i="0" baseline="0" dirty="0" err="1"/>
            <a:t>Manusia</a:t>
          </a:r>
          <a:r>
            <a:rPr lang="en-US" b="0" i="0" baseline="0" dirty="0"/>
            <a:t> (</a:t>
          </a:r>
          <a:r>
            <a:rPr lang="en-US" b="0" i="1" baseline="0" dirty="0"/>
            <a:t>human error)</a:t>
          </a:r>
        </a:p>
        <a:p>
          <a:endParaRPr lang="en-US" b="0" i="0" baseline="0" dirty="0"/>
        </a:p>
        <a:p>
          <a:r>
            <a:rPr lang="en-US" b="0" i="0" baseline="0" dirty="0"/>
            <a:t>2. </a:t>
          </a:r>
          <a:r>
            <a:rPr lang="en-US" b="0" i="0" baseline="0" dirty="0" err="1"/>
            <a:t>Kesalahan</a:t>
          </a:r>
          <a:r>
            <a:rPr lang="en-US" b="0" i="0" baseline="0" dirty="0"/>
            <a:t> </a:t>
          </a:r>
          <a:r>
            <a:rPr lang="en-US" b="0" i="0" baseline="0" dirty="0" err="1"/>
            <a:t>Bawaan</a:t>
          </a:r>
          <a:r>
            <a:rPr lang="en-US" b="0" i="0" baseline="0" dirty="0"/>
            <a:t> (</a:t>
          </a:r>
          <a:r>
            <a:rPr lang="en-US" b="0" i="1" baseline="0" dirty="0"/>
            <a:t>inherent error</a:t>
          </a:r>
          <a:r>
            <a:rPr lang="en-US" b="0" i="0" baseline="0" dirty="0"/>
            <a:t>)</a:t>
          </a:r>
          <a:endParaRPr lang="en-US" dirty="0"/>
        </a:p>
      </dgm:t>
    </dgm:pt>
    <dgm:pt modelId="{CD0B7CD2-16AB-4610-AE7C-F9976A1CA58F}" type="parTrans" cxnId="{822089A6-87CE-4332-8B88-E22622331ED0}">
      <dgm:prSet/>
      <dgm:spPr/>
      <dgm:t>
        <a:bodyPr/>
        <a:lstStyle/>
        <a:p>
          <a:endParaRPr lang="en-US"/>
        </a:p>
      </dgm:t>
    </dgm:pt>
    <dgm:pt modelId="{7BDB56BA-EC05-4D17-A870-6D0EA805C6F2}" type="sibTrans" cxnId="{822089A6-87CE-4332-8B88-E22622331ED0}">
      <dgm:prSet/>
      <dgm:spPr/>
      <dgm:t>
        <a:bodyPr/>
        <a:lstStyle/>
        <a:p>
          <a:endParaRPr lang="en-US"/>
        </a:p>
      </dgm:t>
    </dgm:pt>
    <dgm:pt modelId="{7E70CB5B-E246-4E9E-8F93-3631105B269D}">
      <dgm:prSet/>
      <dgm:spPr/>
      <dgm:t>
        <a:bodyPr/>
        <a:lstStyle/>
        <a:p>
          <a:endParaRPr lang="en-US" b="0" i="0" baseline="0" dirty="0"/>
        </a:p>
        <a:p>
          <a:r>
            <a:rPr lang="en-US" b="0" i="0" baseline="0" dirty="0"/>
            <a:t>3. </a:t>
          </a:r>
          <a:r>
            <a:rPr lang="en-US" b="0" i="0" baseline="0" dirty="0" err="1"/>
            <a:t>Kesalahan</a:t>
          </a:r>
          <a:r>
            <a:rPr lang="en-US" b="0" i="0" baseline="0" dirty="0"/>
            <a:t> </a:t>
          </a:r>
          <a:r>
            <a:rPr lang="en-US" b="0" i="0" baseline="0" dirty="0" err="1"/>
            <a:t>Pembulatan</a:t>
          </a:r>
          <a:r>
            <a:rPr lang="en-US" b="0" i="0" baseline="0" dirty="0"/>
            <a:t> (</a:t>
          </a:r>
          <a:r>
            <a:rPr lang="en-US" b="0" i="1" baseline="0" dirty="0"/>
            <a:t>truncation error</a:t>
          </a:r>
          <a:r>
            <a:rPr lang="en-US" b="0" i="0" baseline="0" dirty="0"/>
            <a:t>)</a:t>
          </a:r>
          <a:endParaRPr lang="en-US" dirty="0"/>
        </a:p>
      </dgm:t>
    </dgm:pt>
    <dgm:pt modelId="{CC8F47ED-5EE8-4316-901C-603F199A4555}" type="parTrans" cxnId="{4150F386-332E-414B-BC24-507C90DB2896}">
      <dgm:prSet/>
      <dgm:spPr/>
      <dgm:t>
        <a:bodyPr/>
        <a:lstStyle/>
        <a:p>
          <a:endParaRPr lang="en-US"/>
        </a:p>
      </dgm:t>
    </dgm:pt>
    <dgm:pt modelId="{BE068611-EE4A-4EFA-A3F8-5A17B7D1B3E5}" type="sibTrans" cxnId="{4150F386-332E-414B-BC24-507C90DB2896}">
      <dgm:prSet/>
      <dgm:spPr/>
      <dgm:t>
        <a:bodyPr/>
        <a:lstStyle/>
        <a:p>
          <a:endParaRPr lang="en-US"/>
        </a:p>
      </dgm:t>
    </dgm:pt>
    <dgm:pt modelId="{32FCB233-CF3F-4067-847E-ADF79768C936}">
      <dgm:prSet/>
      <dgm:spPr/>
      <dgm:t>
        <a:bodyPr/>
        <a:lstStyle/>
        <a:p>
          <a:r>
            <a:rPr lang="en-US" b="0" i="0" baseline="0" dirty="0"/>
            <a:t>4. </a:t>
          </a:r>
          <a:r>
            <a:rPr lang="en-US" b="0" i="0" baseline="0" dirty="0" err="1"/>
            <a:t>Kesalahan</a:t>
          </a:r>
          <a:r>
            <a:rPr lang="en-US" b="0" i="0" baseline="0" dirty="0"/>
            <a:t> </a:t>
          </a:r>
          <a:r>
            <a:rPr lang="en-US" b="0" i="0" baseline="0" dirty="0" err="1"/>
            <a:t>Pemotongan</a:t>
          </a:r>
          <a:r>
            <a:rPr lang="en-US" b="0" i="0" baseline="0" dirty="0"/>
            <a:t> (</a:t>
          </a:r>
          <a:r>
            <a:rPr lang="en-US" b="0" i="1" baseline="0" dirty="0"/>
            <a:t>round-off error</a:t>
          </a:r>
          <a:r>
            <a:rPr lang="en-US" b="0" i="0" baseline="0" dirty="0"/>
            <a:t>)</a:t>
          </a:r>
          <a:endParaRPr lang="en-US" dirty="0"/>
        </a:p>
      </dgm:t>
    </dgm:pt>
    <dgm:pt modelId="{3237A1E4-90B4-4BE9-9F9F-6ED0D1D5A37D}" type="parTrans" cxnId="{2BAD3CA9-5204-4176-9FC3-5D08BE25672F}">
      <dgm:prSet/>
      <dgm:spPr/>
      <dgm:t>
        <a:bodyPr/>
        <a:lstStyle/>
        <a:p>
          <a:endParaRPr lang="en-US"/>
        </a:p>
      </dgm:t>
    </dgm:pt>
    <dgm:pt modelId="{92BA862F-AA7B-4A53-831C-6FB66CAA3B25}" type="sibTrans" cxnId="{2BAD3CA9-5204-4176-9FC3-5D08BE25672F}">
      <dgm:prSet/>
      <dgm:spPr/>
      <dgm:t>
        <a:bodyPr/>
        <a:lstStyle/>
        <a:p>
          <a:endParaRPr lang="en-US"/>
        </a:p>
      </dgm:t>
    </dgm:pt>
    <dgm:pt modelId="{F33E5D4A-E165-4AD7-970C-1AFBC9F0A70B}" type="pres">
      <dgm:prSet presAssocID="{4E23AF3F-9E13-4E61-8208-54FDAA49BC81}" presName="vert0" presStyleCnt="0">
        <dgm:presLayoutVars>
          <dgm:dir/>
          <dgm:animOne val="branch"/>
          <dgm:animLvl val="lvl"/>
        </dgm:presLayoutVars>
      </dgm:prSet>
      <dgm:spPr/>
    </dgm:pt>
    <dgm:pt modelId="{C5B11308-2F36-46B5-8EDD-A910DAE6D7EF}" type="pres">
      <dgm:prSet presAssocID="{3713E694-D0E9-4F98-B5A6-E3D2E984C0F8}" presName="thickLine" presStyleLbl="alignNode1" presStyleIdx="0" presStyleCnt="3"/>
      <dgm:spPr/>
    </dgm:pt>
    <dgm:pt modelId="{43635059-FBCA-4CC5-AB22-FF3DA331B89A}" type="pres">
      <dgm:prSet presAssocID="{3713E694-D0E9-4F98-B5A6-E3D2E984C0F8}" presName="horz1" presStyleCnt="0"/>
      <dgm:spPr/>
    </dgm:pt>
    <dgm:pt modelId="{133A4302-06FA-4CC0-85B0-EC04F1EB365D}" type="pres">
      <dgm:prSet presAssocID="{3713E694-D0E9-4F98-B5A6-E3D2E984C0F8}" presName="tx1" presStyleLbl="revTx" presStyleIdx="0" presStyleCnt="3"/>
      <dgm:spPr/>
    </dgm:pt>
    <dgm:pt modelId="{FAA63A8C-E2FB-40A8-832A-03D78F934708}" type="pres">
      <dgm:prSet presAssocID="{3713E694-D0E9-4F98-B5A6-E3D2E984C0F8}" presName="vert1" presStyleCnt="0"/>
      <dgm:spPr/>
    </dgm:pt>
    <dgm:pt modelId="{829AE689-0344-410F-B884-6685425E02A1}" type="pres">
      <dgm:prSet presAssocID="{7E70CB5B-E246-4E9E-8F93-3631105B269D}" presName="thickLine" presStyleLbl="alignNode1" presStyleIdx="1" presStyleCnt="3"/>
      <dgm:spPr/>
    </dgm:pt>
    <dgm:pt modelId="{D2F2F96E-0AD3-488E-B885-77BF1D2EBCD7}" type="pres">
      <dgm:prSet presAssocID="{7E70CB5B-E246-4E9E-8F93-3631105B269D}" presName="horz1" presStyleCnt="0"/>
      <dgm:spPr/>
    </dgm:pt>
    <dgm:pt modelId="{16795C78-88E7-41BD-90C6-8EB742FBF78F}" type="pres">
      <dgm:prSet presAssocID="{7E70CB5B-E246-4E9E-8F93-3631105B269D}" presName="tx1" presStyleLbl="revTx" presStyleIdx="1" presStyleCnt="3"/>
      <dgm:spPr/>
    </dgm:pt>
    <dgm:pt modelId="{9C4FC0A4-D554-4356-9C5A-EC9612E271BC}" type="pres">
      <dgm:prSet presAssocID="{7E70CB5B-E246-4E9E-8F93-3631105B269D}" presName="vert1" presStyleCnt="0"/>
      <dgm:spPr/>
    </dgm:pt>
    <dgm:pt modelId="{0CCAB259-4024-4520-B0A8-D1ED8FA84091}" type="pres">
      <dgm:prSet presAssocID="{32FCB233-CF3F-4067-847E-ADF79768C936}" presName="thickLine" presStyleLbl="alignNode1" presStyleIdx="2" presStyleCnt="3"/>
      <dgm:spPr/>
    </dgm:pt>
    <dgm:pt modelId="{BF0B07F0-942D-4463-B398-E5F67FD7D3F3}" type="pres">
      <dgm:prSet presAssocID="{32FCB233-CF3F-4067-847E-ADF79768C936}" presName="horz1" presStyleCnt="0"/>
      <dgm:spPr/>
    </dgm:pt>
    <dgm:pt modelId="{9876F6A0-5887-41FA-8FBC-3C82DAA2BDB1}" type="pres">
      <dgm:prSet presAssocID="{32FCB233-CF3F-4067-847E-ADF79768C936}" presName="tx1" presStyleLbl="revTx" presStyleIdx="2" presStyleCnt="3"/>
      <dgm:spPr/>
    </dgm:pt>
    <dgm:pt modelId="{90AF2DE0-598D-40F2-9D5F-1F1783CC8365}" type="pres">
      <dgm:prSet presAssocID="{32FCB233-CF3F-4067-847E-ADF79768C936}" presName="vert1" presStyleCnt="0"/>
      <dgm:spPr/>
    </dgm:pt>
  </dgm:ptLst>
  <dgm:cxnLst>
    <dgm:cxn modelId="{53BC373E-939F-4222-9710-C09B578942CE}" type="presOf" srcId="{3713E694-D0E9-4F98-B5A6-E3D2E984C0F8}" destId="{133A4302-06FA-4CC0-85B0-EC04F1EB365D}" srcOrd="0" destOrd="0" presId="urn:microsoft.com/office/officeart/2008/layout/LinedList"/>
    <dgm:cxn modelId="{16451B68-7878-4C35-AFBA-E76F2B52012F}" type="presOf" srcId="{7E70CB5B-E246-4E9E-8F93-3631105B269D}" destId="{16795C78-88E7-41BD-90C6-8EB742FBF78F}" srcOrd="0" destOrd="0" presId="urn:microsoft.com/office/officeart/2008/layout/LinedList"/>
    <dgm:cxn modelId="{4150F386-332E-414B-BC24-507C90DB2896}" srcId="{4E23AF3F-9E13-4E61-8208-54FDAA49BC81}" destId="{7E70CB5B-E246-4E9E-8F93-3631105B269D}" srcOrd="1" destOrd="0" parTransId="{CC8F47ED-5EE8-4316-901C-603F199A4555}" sibTransId="{BE068611-EE4A-4EFA-A3F8-5A17B7D1B3E5}"/>
    <dgm:cxn modelId="{40ADE58E-3D22-4AAE-9C5D-7361B1153813}" type="presOf" srcId="{4E23AF3F-9E13-4E61-8208-54FDAA49BC81}" destId="{F33E5D4A-E165-4AD7-970C-1AFBC9F0A70B}" srcOrd="0" destOrd="0" presId="urn:microsoft.com/office/officeart/2008/layout/LinedList"/>
    <dgm:cxn modelId="{E666CBA2-BDCB-43AD-B0B3-00FCE23B0FFA}" type="presOf" srcId="{32FCB233-CF3F-4067-847E-ADF79768C936}" destId="{9876F6A0-5887-41FA-8FBC-3C82DAA2BDB1}" srcOrd="0" destOrd="0" presId="urn:microsoft.com/office/officeart/2008/layout/LinedList"/>
    <dgm:cxn modelId="{822089A6-87CE-4332-8B88-E22622331ED0}" srcId="{4E23AF3F-9E13-4E61-8208-54FDAA49BC81}" destId="{3713E694-D0E9-4F98-B5A6-E3D2E984C0F8}" srcOrd="0" destOrd="0" parTransId="{CD0B7CD2-16AB-4610-AE7C-F9976A1CA58F}" sibTransId="{7BDB56BA-EC05-4D17-A870-6D0EA805C6F2}"/>
    <dgm:cxn modelId="{2BAD3CA9-5204-4176-9FC3-5D08BE25672F}" srcId="{4E23AF3F-9E13-4E61-8208-54FDAA49BC81}" destId="{32FCB233-CF3F-4067-847E-ADF79768C936}" srcOrd="2" destOrd="0" parTransId="{3237A1E4-90B4-4BE9-9F9F-6ED0D1D5A37D}" sibTransId="{92BA862F-AA7B-4A53-831C-6FB66CAA3B25}"/>
    <dgm:cxn modelId="{F60D5F78-EDB0-48BD-9039-30CDFCFAD309}" type="presParOf" srcId="{F33E5D4A-E165-4AD7-970C-1AFBC9F0A70B}" destId="{C5B11308-2F36-46B5-8EDD-A910DAE6D7EF}" srcOrd="0" destOrd="0" presId="urn:microsoft.com/office/officeart/2008/layout/LinedList"/>
    <dgm:cxn modelId="{EF4FE0B6-3F2E-4D45-B561-C22B7271AFEF}" type="presParOf" srcId="{F33E5D4A-E165-4AD7-970C-1AFBC9F0A70B}" destId="{43635059-FBCA-4CC5-AB22-FF3DA331B89A}" srcOrd="1" destOrd="0" presId="urn:microsoft.com/office/officeart/2008/layout/LinedList"/>
    <dgm:cxn modelId="{285256CE-5B28-43B6-AD3C-B685CDAE8A1B}" type="presParOf" srcId="{43635059-FBCA-4CC5-AB22-FF3DA331B89A}" destId="{133A4302-06FA-4CC0-85B0-EC04F1EB365D}" srcOrd="0" destOrd="0" presId="urn:microsoft.com/office/officeart/2008/layout/LinedList"/>
    <dgm:cxn modelId="{99A64490-59C1-4EEE-B21B-36C68D2378D9}" type="presParOf" srcId="{43635059-FBCA-4CC5-AB22-FF3DA331B89A}" destId="{FAA63A8C-E2FB-40A8-832A-03D78F934708}" srcOrd="1" destOrd="0" presId="urn:microsoft.com/office/officeart/2008/layout/LinedList"/>
    <dgm:cxn modelId="{FD00BF39-CB7F-4E96-875A-6E8E32C8299E}" type="presParOf" srcId="{F33E5D4A-E165-4AD7-970C-1AFBC9F0A70B}" destId="{829AE689-0344-410F-B884-6685425E02A1}" srcOrd="2" destOrd="0" presId="urn:microsoft.com/office/officeart/2008/layout/LinedList"/>
    <dgm:cxn modelId="{83951363-C201-42B5-9BA2-6B3BA0DEFBBC}" type="presParOf" srcId="{F33E5D4A-E165-4AD7-970C-1AFBC9F0A70B}" destId="{D2F2F96E-0AD3-488E-B885-77BF1D2EBCD7}" srcOrd="3" destOrd="0" presId="urn:microsoft.com/office/officeart/2008/layout/LinedList"/>
    <dgm:cxn modelId="{BCA1873C-88E5-4FFD-B9BF-8B82F03C3180}" type="presParOf" srcId="{D2F2F96E-0AD3-488E-B885-77BF1D2EBCD7}" destId="{16795C78-88E7-41BD-90C6-8EB742FBF78F}" srcOrd="0" destOrd="0" presId="urn:microsoft.com/office/officeart/2008/layout/LinedList"/>
    <dgm:cxn modelId="{14438B10-39BE-4DDC-B67C-1B47492B9E0F}" type="presParOf" srcId="{D2F2F96E-0AD3-488E-B885-77BF1D2EBCD7}" destId="{9C4FC0A4-D554-4356-9C5A-EC9612E271BC}" srcOrd="1" destOrd="0" presId="urn:microsoft.com/office/officeart/2008/layout/LinedList"/>
    <dgm:cxn modelId="{813F16E5-425C-484B-AA4F-7A9E08CFD180}" type="presParOf" srcId="{F33E5D4A-E165-4AD7-970C-1AFBC9F0A70B}" destId="{0CCAB259-4024-4520-B0A8-D1ED8FA84091}" srcOrd="4" destOrd="0" presId="urn:microsoft.com/office/officeart/2008/layout/LinedList"/>
    <dgm:cxn modelId="{FCB2108D-BBD3-4C60-A59B-C2AD63E7B38D}" type="presParOf" srcId="{F33E5D4A-E165-4AD7-970C-1AFBC9F0A70B}" destId="{BF0B07F0-942D-4463-B398-E5F67FD7D3F3}" srcOrd="5" destOrd="0" presId="urn:microsoft.com/office/officeart/2008/layout/LinedList"/>
    <dgm:cxn modelId="{9453B576-0927-48C2-B1B0-18131D7B2F03}" type="presParOf" srcId="{BF0B07F0-942D-4463-B398-E5F67FD7D3F3}" destId="{9876F6A0-5887-41FA-8FBC-3C82DAA2BDB1}" srcOrd="0" destOrd="0" presId="urn:microsoft.com/office/officeart/2008/layout/LinedList"/>
    <dgm:cxn modelId="{C4E6C535-1122-44C5-B6BA-0B3FB22F627C}" type="presParOf" srcId="{BF0B07F0-942D-4463-B398-E5F67FD7D3F3}" destId="{90AF2DE0-598D-40F2-9D5F-1F1783CC8365}" srcOrd="1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794526A-7835-4EE9-8566-15F9569D142B}">
      <dsp:nvSpPr>
        <dsp:cNvPr id="0" name=""/>
        <dsp:cNvSpPr/>
      </dsp:nvSpPr>
      <dsp:spPr>
        <a:xfrm>
          <a:off x="0" y="0"/>
          <a:ext cx="5595257" cy="2267460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dirty="0" err="1"/>
            <a:t>Apabila</a:t>
          </a:r>
          <a:r>
            <a:rPr lang="en-US" sz="1800" kern="1200" dirty="0"/>
            <a:t> </a:t>
          </a:r>
          <a:r>
            <a:rPr lang="en-US" sz="1800" kern="1200" dirty="0" err="1"/>
            <a:t>jumlah</a:t>
          </a:r>
          <a:r>
            <a:rPr lang="en-US" sz="1800" kern="1200" dirty="0"/>
            <a:t> yang </a:t>
          </a:r>
          <a:r>
            <a:rPr lang="en-US" sz="1800" kern="1200" dirty="0" err="1"/>
            <a:t>diperlukan</a:t>
          </a:r>
          <a:r>
            <a:rPr lang="en-US" sz="1800" kern="1200" dirty="0"/>
            <a:t> </a:t>
          </a:r>
          <a:r>
            <a:rPr lang="en-US" sz="1800" kern="1200" dirty="0" err="1"/>
            <a:t>dalam</a:t>
          </a:r>
          <a:r>
            <a:rPr lang="en-US" sz="1800" kern="1200" dirty="0"/>
            <a:t> </a:t>
          </a:r>
          <a:r>
            <a:rPr lang="en-US" sz="1800" kern="1200" dirty="0" err="1"/>
            <a:t>menyelesaikan</a:t>
          </a:r>
          <a:r>
            <a:rPr lang="en-US" sz="1800" kern="1200" dirty="0"/>
            <a:t> masalah </a:t>
          </a:r>
          <a:r>
            <a:rPr lang="en-US" sz="1800" kern="1200" dirty="0" err="1"/>
            <a:t>hanya</a:t>
          </a:r>
          <a:r>
            <a:rPr lang="en-US" sz="1800" kern="1200" dirty="0"/>
            <a:t> </a:t>
          </a:r>
          <a:r>
            <a:rPr lang="en-US" sz="1800" kern="1200" dirty="0" err="1"/>
            <a:t>berjumlah</a:t>
          </a:r>
          <a:r>
            <a:rPr lang="en-US" sz="1800" kern="1200" dirty="0"/>
            <a:t> </a:t>
          </a:r>
          <a:r>
            <a:rPr lang="en-US" sz="1800" kern="1200" dirty="0" err="1"/>
            <a:t>puluhan</a:t>
          </a:r>
          <a:r>
            <a:rPr lang="en-US" sz="1800" kern="1200" dirty="0"/>
            <a:t>, </a:t>
          </a:r>
          <a:r>
            <a:rPr lang="en-US" sz="1800" kern="1200" dirty="0" err="1"/>
            <a:t>maka</a:t>
          </a:r>
          <a:r>
            <a:rPr lang="en-US" sz="1800" kern="1200" dirty="0"/>
            <a:t> </a:t>
          </a:r>
          <a:r>
            <a:rPr lang="en-US" sz="1800" kern="1200" dirty="0" err="1"/>
            <a:t>penyelesaiannya</a:t>
          </a:r>
          <a:r>
            <a:rPr lang="en-US" sz="1800" kern="1200" dirty="0"/>
            <a:t> </a:t>
          </a:r>
          <a:r>
            <a:rPr lang="en-US" sz="1800" kern="1200" dirty="0" err="1"/>
            <a:t>dapat</a:t>
          </a:r>
          <a:r>
            <a:rPr lang="en-US" sz="1800" kern="1200" dirty="0"/>
            <a:t> </a:t>
          </a:r>
          <a:r>
            <a:rPr lang="en-US" sz="1800" kern="1200" dirty="0" err="1"/>
            <a:t>dilakukan</a:t>
          </a:r>
          <a:r>
            <a:rPr lang="en-US" sz="1800" kern="1200" dirty="0"/>
            <a:t> </a:t>
          </a:r>
          <a:r>
            <a:rPr lang="en-US" sz="1800" kern="1200" dirty="0" err="1"/>
            <a:t>secara</a:t>
          </a:r>
          <a:r>
            <a:rPr lang="en-US" sz="1800" kern="1200" dirty="0"/>
            <a:t> manual </a:t>
          </a:r>
          <a:r>
            <a:rPr lang="en-US" sz="1800" kern="1200" dirty="0" err="1"/>
            <a:t>atau</a:t>
          </a:r>
          <a:r>
            <a:rPr lang="en-US" sz="1800" kern="1200" dirty="0"/>
            <a:t> </a:t>
          </a:r>
          <a:r>
            <a:rPr lang="en-US" sz="1800" kern="1200" dirty="0" err="1"/>
            <a:t>menggunakan</a:t>
          </a:r>
          <a:r>
            <a:rPr lang="en-US" sz="1800" kern="1200" dirty="0"/>
            <a:t> </a:t>
          </a:r>
          <a:r>
            <a:rPr lang="en-US" sz="1800" kern="1200" dirty="0" err="1"/>
            <a:t>kalkulator</a:t>
          </a:r>
          <a:r>
            <a:rPr lang="en-US" sz="1800" kern="1200" dirty="0"/>
            <a:t>. Cara manual </a:t>
          </a:r>
          <a:r>
            <a:rPr lang="en-US" sz="1800" kern="1200" dirty="0" err="1"/>
            <a:t>tidak</a:t>
          </a:r>
          <a:r>
            <a:rPr lang="en-US" sz="1800" kern="1200" dirty="0"/>
            <a:t> </a:t>
          </a:r>
          <a:r>
            <a:rPr lang="en-US" sz="1800" kern="1200" dirty="0" err="1"/>
            <a:t>lagi</a:t>
          </a:r>
          <a:r>
            <a:rPr lang="en-US" sz="1800" kern="1200" dirty="0"/>
            <a:t> </a:t>
          </a:r>
          <a:r>
            <a:rPr lang="en-US" sz="1800" kern="1200" dirty="0" err="1"/>
            <a:t>efektif</a:t>
          </a:r>
          <a:r>
            <a:rPr lang="en-US" sz="1800" kern="1200" dirty="0"/>
            <a:t> </a:t>
          </a:r>
          <a:r>
            <a:rPr lang="en-US" sz="1800" kern="1200" dirty="0" err="1"/>
            <a:t>jika</a:t>
          </a:r>
          <a:r>
            <a:rPr lang="en-US" sz="1800" kern="1200" dirty="0"/>
            <a:t> </a:t>
          </a:r>
          <a:r>
            <a:rPr lang="en-US" sz="1800" kern="1200" dirty="0" err="1"/>
            <a:t>banyaknya</a:t>
          </a:r>
          <a:r>
            <a:rPr lang="en-US" sz="1800" kern="1200" dirty="0"/>
            <a:t>/</a:t>
          </a:r>
          <a:r>
            <a:rPr lang="en-US" sz="1800" kern="1200" dirty="0" err="1"/>
            <a:t>jumlah</a:t>
          </a:r>
          <a:r>
            <a:rPr lang="en-US" sz="1800" kern="1200" dirty="0"/>
            <a:t> </a:t>
          </a:r>
          <a:r>
            <a:rPr lang="en-US" sz="1800" kern="1200" dirty="0" err="1"/>
            <a:t>operasi</a:t>
          </a:r>
          <a:r>
            <a:rPr lang="en-US" sz="1800" kern="1200" dirty="0"/>
            <a:t> yang </a:t>
          </a:r>
          <a:r>
            <a:rPr lang="en-US" sz="1800" kern="1200" dirty="0" err="1"/>
            <a:t>diperlukan</a:t>
          </a:r>
          <a:r>
            <a:rPr lang="en-US" sz="1800" kern="1200" dirty="0"/>
            <a:t> </a:t>
          </a:r>
          <a:r>
            <a:rPr lang="en-US" sz="1800" kern="1200" dirty="0" err="1"/>
            <a:t>hingga</a:t>
          </a:r>
          <a:r>
            <a:rPr lang="en-US" sz="1800" kern="1200" dirty="0"/>
            <a:t> </a:t>
          </a:r>
          <a:r>
            <a:rPr lang="en-US" sz="1800" kern="1200" dirty="0" err="1"/>
            <a:t>jutaan</a:t>
          </a:r>
          <a:r>
            <a:rPr lang="en-US" sz="1800" kern="1200" dirty="0"/>
            <a:t> </a:t>
          </a:r>
          <a:r>
            <a:rPr lang="en-US" sz="1800" kern="1200" dirty="0" err="1"/>
            <a:t>operasi</a:t>
          </a:r>
          <a:r>
            <a:rPr lang="en-US" sz="1800" kern="1200" dirty="0"/>
            <a:t> </a:t>
          </a:r>
          <a:r>
            <a:rPr lang="en-US" sz="1800" kern="1200" dirty="0" err="1"/>
            <a:t>maka</a:t>
          </a:r>
          <a:r>
            <a:rPr lang="en-US" sz="1800" kern="1200" dirty="0"/>
            <a:t> </a:t>
          </a:r>
          <a:r>
            <a:rPr lang="en-US" sz="1800" kern="1200" dirty="0" err="1"/>
            <a:t>harus</a:t>
          </a:r>
          <a:r>
            <a:rPr lang="en-US" sz="1800" kern="1200" dirty="0"/>
            <a:t> </a:t>
          </a:r>
          <a:r>
            <a:rPr lang="en-US" sz="1800" kern="1200" dirty="0" err="1"/>
            <a:t>dilakukan</a:t>
          </a:r>
          <a:r>
            <a:rPr lang="en-US" sz="1800" kern="1200" dirty="0"/>
            <a:t> </a:t>
          </a:r>
          <a:r>
            <a:rPr lang="en-US" sz="1800" kern="1200" dirty="0" err="1"/>
            <a:t>dengan</a:t>
          </a:r>
          <a:r>
            <a:rPr lang="en-US" sz="1800" kern="1200" dirty="0"/>
            <a:t> </a:t>
          </a:r>
          <a:r>
            <a:rPr lang="en-US" sz="1800" kern="1200" dirty="0" err="1"/>
            <a:t>menggunakan</a:t>
          </a:r>
          <a:r>
            <a:rPr lang="en-US" sz="1800" kern="1200" dirty="0"/>
            <a:t> </a:t>
          </a:r>
          <a:r>
            <a:rPr lang="en-US" sz="1800" kern="1200" dirty="0" err="1"/>
            <a:t>komputer</a:t>
          </a:r>
          <a:r>
            <a:rPr lang="en-US" sz="1800" kern="1200" dirty="0"/>
            <a:t> </a:t>
          </a:r>
          <a:r>
            <a:rPr lang="en-US" sz="1800" kern="1200" dirty="0" err="1"/>
            <a:t>berkecepatan</a:t>
          </a:r>
          <a:r>
            <a:rPr lang="en-US" sz="1800" kern="1200" dirty="0"/>
            <a:t> </a:t>
          </a:r>
          <a:r>
            <a:rPr lang="en-US" sz="1800" kern="1200" dirty="0" err="1"/>
            <a:t>tinggi</a:t>
          </a:r>
          <a:r>
            <a:rPr lang="en-US" sz="1800" kern="1200" dirty="0"/>
            <a:t>.</a:t>
          </a:r>
        </a:p>
      </dsp:txBody>
      <dsp:txXfrm>
        <a:off x="110688" y="110688"/>
        <a:ext cx="5373881" cy="2046084"/>
      </dsp:txXfrm>
    </dsp:sp>
    <dsp:sp modelId="{7F2B2613-427F-4F86-9BF4-9BA12D47E681}">
      <dsp:nvSpPr>
        <dsp:cNvPr id="0" name=""/>
        <dsp:cNvSpPr/>
      </dsp:nvSpPr>
      <dsp:spPr>
        <a:xfrm>
          <a:off x="0" y="2367364"/>
          <a:ext cx="5595257" cy="2267460"/>
        </a:xfrm>
        <a:prstGeom prst="round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 dirty="0" err="1"/>
            <a:t>Komputer</a:t>
          </a:r>
          <a:r>
            <a:rPr lang="en-US" sz="1900" kern="1200" dirty="0"/>
            <a:t> </a:t>
          </a:r>
          <a:r>
            <a:rPr lang="en-US" sz="1900" kern="1200" dirty="0" err="1"/>
            <a:t>berperan</a:t>
          </a:r>
          <a:r>
            <a:rPr lang="en-US" sz="1900" kern="1200" dirty="0"/>
            <a:t> </a:t>
          </a:r>
          <a:r>
            <a:rPr lang="en-US" sz="1900" kern="1200" dirty="0" err="1"/>
            <a:t>besar</a:t>
          </a:r>
          <a:r>
            <a:rPr lang="en-US" sz="1900" kern="1200" dirty="0"/>
            <a:t> </a:t>
          </a:r>
          <a:r>
            <a:rPr lang="en-US" sz="1900" kern="1200" dirty="0" err="1"/>
            <a:t>dalam</a:t>
          </a:r>
          <a:r>
            <a:rPr lang="en-US" sz="1900" kern="1200" dirty="0"/>
            <a:t> </a:t>
          </a:r>
          <a:r>
            <a:rPr lang="en-US" sz="1900" kern="1200" dirty="0" err="1"/>
            <a:t>perkembangan</a:t>
          </a:r>
          <a:r>
            <a:rPr lang="en-US" sz="1900" kern="1200" dirty="0"/>
            <a:t> </a:t>
          </a:r>
          <a:r>
            <a:rPr lang="en-US" sz="1900" kern="1200" dirty="0" err="1"/>
            <a:t>bidang</a:t>
          </a:r>
          <a:r>
            <a:rPr lang="en-US" sz="1900" kern="1200" dirty="0"/>
            <a:t> </a:t>
          </a:r>
          <a:r>
            <a:rPr lang="en-US" sz="1900" kern="1200" dirty="0" err="1"/>
            <a:t>metode</a:t>
          </a:r>
          <a:r>
            <a:rPr lang="en-US" sz="1900" kern="1200" dirty="0"/>
            <a:t> </a:t>
          </a:r>
          <a:r>
            <a:rPr lang="en-US" sz="1900" kern="1200" dirty="0" err="1"/>
            <a:t>numerik</a:t>
          </a:r>
          <a:r>
            <a:rPr lang="en-US" sz="1900" kern="1200" dirty="0"/>
            <a:t>. Hal </a:t>
          </a:r>
          <a:r>
            <a:rPr lang="en-US" sz="1900" kern="1200" dirty="0" err="1"/>
            <a:t>ini</a:t>
          </a:r>
          <a:r>
            <a:rPr lang="en-US" sz="1900" kern="1200" dirty="0"/>
            <a:t> </a:t>
          </a:r>
          <a:r>
            <a:rPr lang="en-US" sz="1900" kern="1200" dirty="0" err="1"/>
            <a:t>mudah</a:t>
          </a:r>
          <a:r>
            <a:rPr lang="en-US" sz="1900" kern="1200" dirty="0"/>
            <a:t> </a:t>
          </a:r>
          <a:r>
            <a:rPr lang="en-US" sz="1900" kern="1200" dirty="0" err="1"/>
            <a:t>dimengerti</a:t>
          </a:r>
          <a:r>
            <a:rPr lang="en-US" sz="1900" kern="1200" dirty="0"/>
            <a:t> </a:t>
          </a:r>
          <a:r>
            <a:rPr lang="en-US" sz="1900" kern="1200" dirty="0" err="1"/>
            <a:t>karena</a:t>
          </a:r>
          <a:r>
            <a:rPr lang="en-US" sz="1900" kern="1200" dirty="0"/>
            <a:t> </a:t>
          </a:r>
          <a:r>
            <a:rPr lang="en-US" sz="1900" kern="1200" dirty="0" err="1"/>
            <a:t>perhitungan</a:t>
          </a:r>
          <a:r>
            <a:rPr lang="en-US" sz="1900" kern="1200" dirty="0"/>
            <a:t> </a:t>
          </a:r>
          <a:r>
            <a:rPr lang="en-US" sz="1900" kern="1200" dirty="0" err="1"/>
            <a:t>dengan</a:t>
          </a:r>
          <a:r>
            <a:rPr lang="en-US" sz="1900" kern="1200" dirty="0"/>
            <a:t> </a:t>
          </a:r>
          <a:r>
            <a:rPr lang="en-US" sz="1900" kern="1200" dirty="0" err="1"/>
            <a:t>metode</a:t>
          </a:r>
          <a:r>
            <a:rPr lang="en-US" sz="1900" kern="1200" dirty="0"/>
            <a:t> </a:t>
          </a:r>
          <a:r>
            <a:rPr lang="en-US" sz="1900" kern="1200" dirty="0" err="1"/>
            <a:t>numerik</a:t>
          </a:r>
          <a:r>
            <a:rPr lang="en-US" sz="1900" kern="1200" dirty="0"/>
            <a:t> </a:t>
          </a:r>
          <a:r>
            <a:rPr lang="en-US" sz="1900" kern="1200" dirty="0" err="1"/>
            <a:t>adalah</a:t>
          </a:r>
          <a:r>
            <a:rPr lang="en-US" sz="1900" kern="1200" dirty="0"/>
            <a:t> </a:t>
          </a:r>
          <a:r>
            <a:rPr lang="en-US" sz="1900" kern="1200" dirty="0" err="1"/>
            <a:t>berupa</a:t>
          </a:r>
          <a:r>
            <a:rPr lang="en-US" sz="1900" kern="1200" dirty="0"/>
            <a:t> </a:t>
          </a:r>
          <a:r>
            <a:rPr lang="en-US" sz="1900" kern="1200" dirty="0" err="1"/>
            <a:t>operasi</a:t>
          </a:r>
          <a:r>
            <a:rPr lang="en-US" sz="1900" kern="1200" dirty="0"/>
            <a:t> </a:t>
          </a:r>
          <a:r>
            <a:rPr lang="en-US" sz="1900" kern="1200" dirty="0" err="1"/>
            <a:t>aritmetika</a:t>
          </a:r>
          <a:r>
            <a:rPr lang="en-US" sz="1900" kern="1200" dirty="0"/>
            <a:t> </a:t>
          </a:r>
          <a:r>
            <a:rPr lang="en-US" sz="1900" kern="1200" dirty="0" err="1"/>
            <a:t>seperti</a:t>
          </a:r>
          <a:r>
            <a:rPr lang="en-US" sz="1900" kern="1200" dirty="0"/>
            <a:t> </a:t>
          </a:r>
          <a:r>
            <a:rPr lang="en-US" sz="1900" kern="1200" dirty="0" err="1"/>
            <a:t>penjumlahan</a:t>
          </a:r>
          <a:r>
            <a:rPr lang="en-US" sz="1900" kern="1200" dirty="0"/>
            <a:t>, </a:t>
          </a:r>
          <a:r>
            <a:rPr lang="en-US" sz="1900" kern="1200" dirty="0" err="1"/>
            <a:t>perkalian</a:t>
          </a:r>
          <a:r>
            <a:rPr lang="en-US" sz="1900" kern="1200" dirty="0"/>
            <a:t>, </a:t>
          </a:r>
          <a:r>
            <a:rPr lang="en-US" sz="1900" kern="1200" dirty="0" err="1"/>
            <a:t>pembagian</a:t>
          </a:r>
          <a:r>
            <a:rPr lang="en-US" sz="1900" kern="1200" dirty="0"/>
            <a:t>, plus </a:t>
          </a:r>
          <a:r>
            <a:rPr lang="en-US" sz="1900" kern="1200" dirty="0" err="1"/>
            <a:t>membuat</a:t>
          </a:r>
          <a:r>
            <a:rPr lang="en-US" sz="1900" kern="1200" dirty="0"/>
            <a:t> </a:t>
          </a:r>
          <a:r>
            <a:rPr lang="en-US" sz="1900" kern="1200" dirty="0" err="1"/>
            <a:t>perbandingan</a:t>
          </a:r>
          <a:r>
            <a:rPr lang="en-US" sz="1900" kern="1200" dirty="0"/>
            <a:t>. </a:t>
          </a:r>
          <a:r>
            <a:rPr lang="en-US" sz="1900" kern="1200" dirty="0" err="1"/>
            <a:t>Dalam</a:t>
          </a:r>
          <a:r>
            <a:rPr lang="en-US" sz="1900" kern="1200" dirty="0"/>
            <a:t> </a:t>
          </a:r>
          <a:r>
            <a:rPr lang="en-US" sz="1900" kern="1200" dirty="0" err="1"/>
            <a:t>hal</a:t>
          </a:r>
          <a:r>
            <a:rPr lang="en-US" sz="1900" kern="1200" dirty="0"/>
            <a:t> </a:t>
          </a:r>
          <a:r>
            <a:rPr lang="en-US" sz="1900" kern="1200" dirty="0" err="1"/>
            <a:t>ini</a:t>
          </a:r>
          <a:r>
            <a:rPr lang="en-US" sz="1900" kern="1200" dirty="0"/>
            <a:t>, </a:t>
          </a:r>
          <a:r>
            <a:rPr lang="en-US" sz="1900" kern="1200" dirty="0" err="1"/>
            <a:t>komputer</a:t>
          </a:r>
          <a:r>
            <a:rPr lang="en-US" sz="1900" kern="1200" dirty="0"/>
            <a:t> </a:t>
          </a:r>
          <a:r>
            <a:rPr lang="en-US" sz="1900" kern="1200" dirty="0" err="1"/>
            <a:t>berperanan</a:t>
          </a:r>
          <a:r>
            <a:rPr lang="en-US" sz="1900" kern="1200" dirty="0"/>
            <a:t> </a:t>
          </a:r>
          <a:r>
            <a:rPr lang="en-US" sz="1900" kern="1200" dirty="0" err="1"/>
            <a:t>mempercepat</a:t>
          </a:r>
          <a:r>
            <a:rPr lang="en-US" sz="1900" kern="1200" dirty="0"/>
            <a:t> proses </a:t>
          </a:r>
          <a:r>
            <a:rPr lang="en-US" sz="1900" kern="1200" dirty="0" err="1"/>
            <a:t>perhitungan</a:t>
          </a:r>
          <a:r>
            <a:rPr lang="en-US" sz="1900" kern="1200" dirty="0"/>
            <a:t> </a:t>
          </a:r>
          <a:r>
            <a:rPr lang="en-US" sz="1900" kern="1200" dirty="0" err="1"/>
            <a:t>tanpa</a:t>
          </a:r>
          <a:r>
            <a:rPr lang="en-US" sz="1900" kern="1200" dirty="0"/>
            <a:t> </a:t>
          </a:r>
          <a:r>
            <a:rPr lang="en-US" sz="1900" kern="1200" dirty="0" err="1"/>
            <a:t>membuat</a:t>
          </a:r>
          <a:r>
            <a:rPr lang="en-US" sz="1900" kern="1200" dirty="0"/>
            <a:t> </a:t>
          </a:r>
          <a:r>
            <a:rPr lang="en-US" sz="1900" kern="1200" dirty="0" err="1"/>
            <a:t>kesalahan</a:t>
          </a:r>
          <a:r>
            <a:rPr lang="en-US" sz="1900" kern="1200" dirty="0"/>
            <a:t>.</a:t>
          </a:r>
        </a:p>
      </dsp:txBody>
      <dsp:txXfrm>
        <a:off x="110688" y="2478052"/>
        <a:ext cx="5373881" cy="2046084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A3ED54A-6645-4C13-AC22-35C8E1D37830}">
      <dsp:nvSpPr>
        <dsp:cNvPr id="0" name=""/>
        <dsp:cNvSpPr/>
      </dsp:nvSpPr>
      <dsp:spPr>
        <a:xfrm>
          <a:off x="0" y="0"/>
          <a:ext cx="6852943" cy="963618"/>
        </a:xfrm>
        <a:prstGeom prst="round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 dirty="0">
              <a:latin typeface="Arial" panose="020B0604020202020204" pitchFamily="34" charset="0"/>
              <a:cs typeface="Arial" panose="020B0604020202020204" pitchFamily="34" charset="0"/>
            </a:rPr>
            <a:t>Nilai </a:t>
          </a:r>
          <a:r>
            <a:rPr lang="en-US" sz="1500" kern="1200" dirty="0" err="1">
              <a:latin typeface="Arial" panose="020B0604020202020204" pitchFamily="34" charset="0"/>
              <a:cs typeface="Arial" panose="020B0604020202020204" pitchFamily="34" charset="0"/>
            </a:rPr>
            <a:t>signifikan</a:t>
          </a:r>
          <a:r>
            <a:rPr lang="en-US" sz="1500" kern="1200" dirty="0">
              <a:latin typeface="Arial" panose="020B0604020202020204" pitchFamily="34" charset="0"/>
              <a:cs typeface="Arial" panose="020B0604020202020204" pitchFamily="34" charset="0"/>
            </a:rPr>
            <a:t> </a:t>
          </a:r>
          <a:r>
            <a:rPr lang="en-US" sz="1500" kern="1200" dirty="0" err="1">
              <a:latin typeface="Arial" panose="020B0604020202020204" pitchFamily="34" charset="0"/>
              <a:cs typeface="Arial" panose="020B0604020202020204" pitchFamily="34" charset="0"/>
            </a:rPr>
            <a:t>adalah</a:t>
          </a:r>
          <a:r>
            <a:rPr lang="en-US" sz="1500" kern="1200" dirty="0">
              <a:latin typeface="Arial" panose="020B0604020202020204" pitchFamily="34" charset="0"/>
              <a:cs typeface="Arial" panose="020B0604020202020204" pitchFamily="34" charset="0"/>
            </a:rPr>
            <a:t> </a:t>
          </a:r>
          <a:r>
            <a:rPr lang="en-US" sz="1500" kern="1200" dirty="0" err="1">
              <a:latin typeface="Arial" panose="020B0604020202020204" pitchFamily="34" charset="0"/>
              <a:cs typeface="Arial" panose="020B0604020202020204" pitchFamily="34" charset="0"/>
            </a:rPr>
            <a:t>suatu</a:t>
          </a:r>
          <a:r>
            <a:rPr lang="en-US" sz="1500" kern="1200" dirty="0">
              <a:latin typeface="Arial" panose="020B0604020202020204" pitchFamily="34" charset="0"/>
              <a:cs typeface="Arial" panose="020B0604020202020204" pitchFamily="34" charset="0"/>
            </a:rPr>
            <a:t> </a:t>
          </a:r>
          <a:r>
            <a:rPr lang="en-US" sz="1500" kern="1200" dirty="0" err="1">
              <a:latin typeface="Arial" panose="020B0604020202020204" pitchFamily="34" charset="0"/>
              <a:cs typeface="Arial" panose="020B0604020202020204" pitchFamily="34" charset="0"/>
            </a:rPr>
            <a:t>nilai</a:t>
          </a:r>
          <a:r>
            <a:rPr lang="en-US" sz="1500" kern="1200" dirty="0">
              <a:latin typeface="Arial" panose="020B0604020202020204" pitchFamily="34" charset="0"/>
              <a:cs typeface="Arial" panose="020B0604020202020204" pitchFamily="34" charset="0"/>
            </a:rPr>
            <a:t> </a:t>
          </a:r>
          <a:r>
            <a:rPr lang="en-US" sz="1500" kern="1200" dirty="0" err="1">
              <a:latin typeface="Arial" panose="020B0604020202020204" pitchFamily="34" charset="0"/>
              <a:cs typeface="Arial" panose="020B0604020202020204" pitchFamily="34" charset="0"/>
            </a:rPr>
            <a:t>dimana</a:t>
          </a:r>
          <a:r>
            <a:rPr lang="en-US" sz="1500" kern="1200" dirty="0">
              <a:latin typeface="Arial" panose="020B0604020202020204" pitchFamily="34" charset="0"/>
              <a:cs typeface="Arial" panose="020B0604020202020204" pitchFamily="34" charset="0"/>
            </a:rPr>
            <a:t> </a:t>
          </a:r>
          <a:r>
            <a:rPr lang="en-US" sz="1500" kern="1200" dirty="0" err="1">
              <a:latin typeface="Arial" panose="020B0604020202020204" pitchFamily="34" charset="0"/>
              <a:cs typeface="Arial" panose="020B0604020202020204" pitchFamily="34" charset="0"/>
            </a:rPr>
            <a:t>jumlah</a:t>
          </a:r>
          <a:r>
            <a:rPr lang="en-US" sz="1500" kern="1200" dirty="0">
              <a:latin typeface="Arial" panose="020B0604020202020204" pitchFamily="34" charset="0"/>
              <a:cs typeface="Arial" panose="020B0604020202020204" pitchFamily="34" charset="0"/>
            </a:rPr>
            <a:t> </a:t>
          </a:r>
          <a:r>
            <a:rPr lang="en-US" sz="1500" kern="1200" dirty="0" err="1">
              <a:latin typeface="Arial" panose="020B0604020202020204" pitchFamily="34" charset="0"/>
              <a:cs typeface="Arial" panose="020B0604020202020204" pitchFamily="34" charset="0"/>
            </a:rPr>
            <a:t>angkaditentukan</a:t>
          </a:r>
          <a:r>
            <a:rPr lang="en-US" sz="1500" kern="1200" dirty="0">
              <a:latin typeface="Arial" panose="020B0604020202020204" pitchFamily="34" charset="0"/>
              <a:cs typeface="Arial" panose="020B0604020202020204" pitchFamily="34" charset="0"/>
            </a:rPr>
            <a:t> </a:t>
          </a:r>
          <a:r>
            <a:rPr lang="en-US" sz="1500" kern="1200" dirty="0" err="1">
              <a:latin typeface="Arial" panose="020B0604020202020204" pitchFamily="34" charset="0"/>
              <a:cs typeface="Arial" panose="020B0604020202020204" pitchFamily="34" charset="0"/>
            </a:rPr>
            <a:t>sebagai</a:t>
          </a:r>
          <a:r>
            <a:rPr lang="en-US" sz="1500" kern="1200" dirty="0">
              <a:latin typeface="Arial" panose="020B0604020202020204" pitchFamily="34" charset="0"/>
              <a:cs typeface="Arial" panose="020B0604020202020204" pitchFamily="34" charset="0"/>
            </a:rPr>
            <a:t> </a:t>
          </a:r>
          <a:r>
            <a:rPr lang="en-US" sz="1500" kern="1200" dirty="0" err="1">
              <a:latin typeface="Arial" panose="020B0604020202020204" pitchFamily="34" charset="0"/>
              <a:cs typeface="Arial" panose="020B0604020202020204" pitchFamily="34" charset="0"/>
            </a:rPr>
            <a:t>batas</a:t>
          </a:r>
          <a:r>
            <a:rPr lang="en-US" sz="1500" kern="1200" dirty="0">
              <a:latin typeface="Arial" panose="020B0604020202020204" pitchFamily="34" charset="0"/>
              <a:cs typeface="Arial" panose="020B0604020202020204" pitchFamily="34" charset="0"/>
            </a:rPr>
            <a:t> </a:t>
          </a:r>
          <a:r>
            <a:rPr lang="en-US" sz="1500" kern="1200" dirty="0" err="1">
              <a:latin typeface="Arial" panose="020B0604020202020204" pitchFamily="34" charset="0"/>
              <a:cs typeface="Arial" panose="020B0604020202020204" pitchFamily="34" charset="0"/>
            </a:rPr>
            <a:t>nilai</a:t>
          </a:r>
          <a:r>
            <a:rPr lang="en-US" sz="1500" kern="1200" dirty="0">
              <a:latin typeface="Arial" panose="020B0604020202020204" pitchFamily="34" charset="0"/>
              <a:cs typeface="Arial" panose="020B0604020202020204" pitchFamily="34" charset="0"/>
            </a:rPr>
            <a:t> </a:t>
          </a:r>
          <a:r>
            <a:rPr lang="en-US" sz="1500" kern="1200" dirty="0" err="1">
              <a:latin typeface="Arial" panose="020B0604020202020204" pitchFamily="34" charset="0"/>
              <a:cs typeface="Arial" panose="020B0604020202020204" pitchFamily="34" charset="0"/>
            </a:rPr>
            <a:t>tersebut</a:t>
          </a:r>
          <a:r>
            <a:rPr lang="en-US" sz="1500" kern="1200" dirty="0">
              <a:latin typeface="Arial" panose="020B0604020202020204" pitchFamily="34" charset="0"/>
              <a:cs typeface="Arial" panose="020B0604020202020204" pitchFamily="34" charset="0"/>
            </a:rPr>
            <a:t> </a:t>
          </a:r>
          <a:r>
            <a:rPr lang="en-US" sz="1500" kern="1200" dirty="0" err="1">
              <a:latin typeface="Arial" panose="020B0604020202020204" pitchFamily="34" charset="0"/>
              <a:cs typeface="Arial" panose="020B0604020202020204" pitchFamily="34" charset="0"/>
            </a:rPr>
            <a:t>diterima</a:t>
          </a:r>
          <a:r>
            <a:rPr lang="en-US" sz="1500" kern="1200" dirty="0">
              <a:latin typeface="Arial" panose="020B0604020202020204" pitchFamily="34" charset="0"/>
              <a:cs typeface="Arial" panose="020B0604020202020204" pitchFamily="34" charset="0"/>
            </a:rPr>
            <a:t> </a:t>
          </a:r>
          <a:r>
            <a:rPr lang="en-US" sz="1500" kern="1200" dirty="0" err="1">
              <a:latin typeface="Arial" panose="020B0604020202020204" pitchFamily="34" charset="0"/>
              <a:cs typeface="Arial" panose="020B0604020202020204" pitchFamily="34" charset="0"/>
            </a:rPr>
            <a:t>atau</a:t>
          </a:r>
          <a:r>
            <a:rPr lang="en-US" sz="1500" kern="1200" dirty="0">
              <a:latin typeface="Arial" panose="020B0604020202020204" pitchFamily="34" charset="0"/>
              <a:cs typeface="Arial" panose="020B0604020202020204" pitchFamily="34" charset="0"/>
            </a:rPr>
            <a:t> </a:t>
          </a:r>
          <a:r>
            <a:rPr lang="en-US" sz="1500" kern="1200" dirty="0" err="1">
              <a:latin typeface="Arial" panose="020B0604020202020204" pitchFamily="34" charset="0"/>
              <a:cs typeface="Arial" panose="020B0604020202020204" pitchFamily="34" charset="0"/>
            </a:rPr>
            <a:t>tidak</a:t>
          </a:r>
          <a:r>
            <a:rPr lang="en-US" sz="1500" kern="1200" dirty="0">
              <a:latin typeface="Arial" panose="020B0604020202020204" pitchFamily="34" charset="0"/>
              <a:cs typeface="Arial" panose="020B0604020202020204" pitchFamily="34" charset="0"/>
            </a:rPr>
            <a:t>.</a:t>
          </a:r>
        </a:p>
      </dsp:txBody>
      <dsp:txXfrm>
        <a:off x="47040" y="47040"/>
        <a:ext cx="6758863" cy="869538"/>
      </dsp:txXfrm>
    </dsp:sp>
    <dsp:sp modelId="{67319576-3309-42F1-9DF2-7359A7F639D5}">
      <dsp:nvSpPr>
        <dsp:cNvPr id="0" name=""/>
        <dsp:cNvSpPr/>
      </dsp:nvSpPr>
      <dsp:spPr>
        <a:xfrm>
          <a:off x="0" y="1050465"/>
          <a:ext cx="6852943" cy="788866"/>
        </a:xfrm>
        <a:prstGeom prst="roundRect">
          <a:avLst/>
        </a:prstGeom>
        <a:solidFill>
          <a:schemeClr val="accent5">
            <a:hueOff val="-2252848"/>
            <a:satOff val="-5806"/>
            <a:lumOff val="-3922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 dirty="0" err="1">
              <a:latin typeface="Arial" panose="020B0604020202020204" pitchFamily="34" charset="0"/>
              <a:cs typeface="Arial" panose="020B0604020202020204" pitchFamily="34" charset="0"/>
            </a:rPr>
            <a:t>Contoh</a:t>
          </a:r>
          <a:r>
            <a:rPr lang="en-US" sz="1500" kern="1200" dirty="0">
              <a:latin typeface="Arial" panose="020B0604020202020204" pitchFamily="34" charset="0"/>
              <a:cs typeface="Arial" panose="020B0604020202020204" pitchFamily="34" charset="0"/>
            </a:rPr>
            <a:t> ; </a:t>
          </a:r>
          <a:r>
            <a:rPr lang="en-US" sz="1500" kern="1200" dirty="0" err="1">
              <a:latin typeface="Arial" panose="020B0604020202020204" pitchFamily="34" charset="0"/>
              <a:cs typeface="Arial" panose="020B0604020202020204" pitchFamily="34" charset="0"/>
            </a:rPr>
            <a:t>nilai</a:t>
          </a:r>
          <a:r>
            <a:rPr lang="en-US" sz="1500" kern="1200" dirty="0">
              <a:latin typeface="Arial" panose="020B0604020202020204" pitchFamily="34" charset="0"/>
              <a:cs typeface="Arial" panose="020B0604020202020204" pitchFamily="34" charset="0"/>
            </a:rPr>
            <a:t> pada </a:t>
          </a:r>
          <a:r>
            <a:rPr lang="en-US" sz="1500" kern="1200" dirty="0" err="1">
              <a:latin typeface="Arial" panose="020B0604020202020204" pitchFamily="34" charset="0"/>
              <a:cs typeface="Arial" panose="020B0604020202020204" pitchFamily="34" charset="0"/>
            </a:rPr>
            <a:t>penggaris</a:t>
          </a:r>
          <a:r>
            <a:rPr lang="en-US" sz="1500" kern="1200" dirty="0">
              <a:latin typeface="Arial" panose="020B0604020202020204" pitchFamily="34" charset="0"/>
              <a:cs typeface="Arial" panose="020B0604020202020204" pitchFamily="34" charset="0"/>
            </a:rPr>
            <a:t> </a:t>
          </a:r>
          <a:r>
            <a:rPr lang="en-US" sz="1500" kern="1200" dirty="0" err="1">
              <a:latin typeface="Arial" panose="020B0604020202020204" pitchFamily="34" charset="0"/>
              <a:cs typeface="Arial" panose="020B0604020202020204" pitchFamily="34" charset="0"/>
            </a:rPr>
            <a:t>menunjukkan</a:t>
          </a:r>
          <a:r>
            <a:rPr lang="en-US" sz="1500" kern="1200" dirty="0">
              <a:latin typeface="Arial" panose="020B0604020202020204" pitchFamily="34" charset="0"/>
              <a:cs typeface="Arial" panose="020B0604020202020204" pitchFamily="34" charset="0"/>
            </a:rPr>
            <a:t> pada strip / garis </a:t>
          </a:r>
          <a:r>
            <a:rPr lang="en-US" sz="1500" kern="1200" dirty="0" err="1">
              <a:latin typeface="Arial" panose="020B0604020202020204" pitchFamily="34" charset="0"/>
              <a:cs typeface="Arial" panose="020B0604020202020204" pitchFamily="34" charset="0"/>
            </a:rPr>
            <a:t>antara</a:t>
          </a:r>
          <a:r>
            <a:rPr lang="en-US" sz="1500" kern="1200" dirty="0">
              <a:latin typeface="Arial" panose="020B0604020202020204" pitchFamily="34" charset="0"/>
              <a:cs typeface="Arial" panose="020B0604020202020204" pitchFamily="34" charset="0"/>
            </a:rPr>
            <a:t> </a:t>
          </a:r>
          <a:r>
            <a:rPr lang="en-US" sz="1500" kern="1200" dirty="0" err="1">
              <a:latin typeface="Arial" panose="020B0604020202020204" pitchFamily="34" charset="0"/>
              <a:cs typeface="Arial" panose="020B0604020202020204" pitchFamily="34" charset="0"/>
            </a:rPr>
            <a:t>angka</a:t>
          </a:r>
          <a:r>
            <a:rPr lang="en-US" sz="1500" kern="1200" dirty="0">
              <a:latin typeface="Arial" panose="020B0604020202020204" pitchFamily="34" charset="0"/>
              <a:cs typeface="Arial" panose="020B0604020202020204" pitchFamily="34" charset="0"/>
            </a:rPr>
            <a:t> 59 dan 60. </a:t>
          </a:r>
        </a:p>
      </dsp:txBody>
      <dsp:txXfrm>
        <a:off x="38509" y="1088974"/>
        <a:ext cx="6775925" cy="711848"/>
      </dsp:txXfrm>
    </dsp:sp>
    <dsp:sp modelId="{ACC32ED4-6347-4365-AFAE-423E94F4EE46}">
      <dsp:nvSpPr>
        <dsp:cNvPr id="0" name=""/>
        <dsp:cNvSpPr/>
      </dsp:nvSpPr>
      <dsp:spPr>
        <a:xfrm>
          <a:off x="0" y="1859960"/>
          <a:ext cx="6852943" cy="850348"/>
        </a:xfrm>
        <a:prstGeom prst="roundRect">
          <a:avLst/>
        </a:prstGeom>
        <a:solidFill>
          <a:schemeClr val="accent5">
            <a:hueOff val="-4505695"/>
            <a:satOff val="-11613"/>
            <a:lumOff val="-7843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 dirty="0">
              <a:latin typeface="Arial" panose="020B0604020202020204" pitchFamily="34" charset="0"/>
              <a:cs typeface="Arial" panose="020B0604020202020204" pitchFamily="34" charset="0"/>
            </a:rPr>
            <a:t>Jika pada </a:t>
          </a:r>
          <a:r>
            <a:rPr lang="en-US" sz="1500" kern="1200" dirty="0" err="1">
              <a:latin typeface="Arial" panose="020B0604020202020204" pitchFamily="34" charset="0"/>
              <a:cs typeface="Arial" panose="020B0604020202020204" pitchFamily="34" charset="0"/>
            </a:rPr>
            <a:t>kasus</a:t>
          </a:r>
          <a:r>
            <a:rPr lang="en-US" sz="1500" kern="1200" dirty="0">
              <a:latin typeface="Arial" panose="020B0604020202020204" pitchFamily="34" charset="0"/>
              <a:cs typeface="Arial" panose="020B0604020202020204" pitchFamily="34" charset="0"/>
            </a:rPr>
            <a:t> </a:t>
          </a:r>
          <a:r>
            <a:rPr lang="en-US" sz="1500" kern="1200" dirty="0" err="1">
              <a:latin typeface="Arial" panose="020B0604020202020204" pitchFamily="34" charset="0"/>
              <a:cs typeface="Arial" panose="020B0604020202020204" pitchFamily="34" charset="0"/>
            </a:rPr>
            <a:t>ini</a:t>
          </a:r>
          <a:r>
            <a:rPr lang="en-US" sz="1500" kern="1200" dirty="0">
              <a:latin typeface="Arial" panose="020B0604020202020204" pitchFamily="34" charset="0"/>
              <a:cs typeface="Arial" panose="020B0604020202020204" pitchFamily="34" charset="0"/>
            </a:rPr>
            <a:t> </a:t>
          </a:r>
          <a:r>
            <a:rPr lang="en-US" sz="1500" kern="1200" dirty="0" err="1">
              <a:latin typeface="Arial" panose="020B0604020202020204" pitchFamily="34" charset="0"/>
              <a:cs typeface="Arial" panose="020B0604020202020204" pitchFamily="34" charset="0"/>
            </a:rPr>
            <a:t>nilai</a:t>
          </a:r>
          <a:r>
            <a:rPr lang="en-US" sz="1500" kern="1200" dirty="0">
              <a:latin typeface="Arial" panose="020B0604020202020204" pitchFamily="34" charset="0"/>
              <a:cs typeface="Arial" panose="020B0604020202020204" pitchFamily="34" charset="0"/>
            </a:rPr>
            <a:t> </a:t>
          </a:r>
          <a:r>
            <a:rPr lang="en-US" sz="1500" kern="1200" dirty="0" err="1">
              <a:latin typeface="Arial" panose="020B0604020202020204" pitchFamily="34" charset="0"/>
              <a:cs typeface="Arial" panose="020B0604020202020204" pitchFamily="34" charset="0"/>
            </a:rPr>
            <a:t>signifikan</a:t>
          </a:r>
          <a:r>
            <a:rPr lang="en-US" sz="1500" kern="1200" dirty="0">
              <a:latin typeface="Arial" panose="020B0604020202020204" pitchFamily="34" charset="0"/>
              <a:cs typeface="Arial" panose="020B0604020202020204" pitchFamily="34" charset="0"/>
            </a:rPr>
            <a:t> = 1 </a:t>
          </a:r>
          <a:r>
            <a:rPr lang="en-US" sz="1500" kern="1200" dirty="0" err="1">
              <a:latin typeface="Arial" panose="020B0604020202020204" pitchFamily="34" charset="0"/>
              <a:cs typeface="Arial" panose="020B0604020202020204" pitchFamily="34" charset="0"/>
            </a:rPr>
            <a:t>maka</a:t>
          </a:r>
          <a:r>
            <a:rPr lang="en-US" sz="1500" kern="1200" dirty="0">
              <a:latin typeface="Arial" panose="020B0604020202020204" pitchFamily="34" charset="0"/>
              <a:cs typeface="Arial" panose="020B0604020202020204" pitchFamily="34" charset="0"/>
            </a:rPr>
            <a:t> </a:t>
          </a:r>
          <a:r>
            <a:rPr lang="en-US" sz="1500" kern="1200" dirty="0" err="1">
              <a:latin typeface="Arial" panose="020B0604020202020204" pitchFamily="34" charset="0"/>
              <a:cs typeface="Arial" panose="020B0604020202020204" pitchFamily="34" charset="0"/>
            </a:rPr>
            <a:t>nilainya</a:t>
          </a:r>
          <a:r>
            <a:rPr lang="en-US" sz="1500" kern="1200" dirty="0">
              <a:latin typeface="Arial" panose="020B0604020202020204" pitchFamily="34" charset="0"/>
              <a:cs typeface="Arial" panose="020B0604020202020204" pitchFamily="34" charset="0"/>
            </a:rPr>
            <a:t> </a:t>
          </a:r>
          <a:r>
            <a:rPr lang="en-US" sz="1500" kern="1200" dirty="0" err="1">
              <a:latin typeface="Arial" panose="020B0604020202020204" pitchFamily="34" charset="0"/>
              <a:cs typeface="Arial" panose="020B0604020202020204" pitchFamily="34" charset="0"/>
            </a:rPr>
            <a:t>adalah</a:t>
          </a:r>
          <a:r>
            <a:rPr lang="en-US" sz="1500" kern="1200" dirty="0">
              <a:latin typeface="Arial" panose="020B0604020202020204" pitchFamily="34" charset="0"/>
              <a:cs typeface="Arial" panose="020B0604020202020204" pitchFamily="34" charset="0"/>
            </a:rPr>
            <a:t> 59 </a:t>
          </a:r>
          <a:r>
            <a:rPr lang="en-US" sz="1500" kern="1200" dirty="0" err="1">
              <a:latin typeface="Arial" panose="020B0604020202020204" pitchFamily="34" charset="0"/>
              <a:cs typeface="Arial" panose="020B0604020202020204" pitchFamily="34" charset="0"/>
            </a:rPr>
            <a:t>atau</a:t>
          </a:r>
          <a:r>
            <a:rPr lang="en-US" sz="1500" kern="1200" dirty="0">
              <a:latin typeface="Arial" panose="020B0604020202020204" pitchFamily="34" charset="0"/>
              <a:cs typeface="Arial" panose="020B0604020202020204" pitchFamily="34" charset="0"/>
            </a:rPr>
            <a:t> 60. Jika pada </a:t>
          </a:r>
          <a:r>
            <a:rPr lang="en-US" sz="1500" kern="1200" dirty="0" err="1">
              <a:latin typeface="Arial" panose="020B0604020202020204" pitchFamily="34" charset="0"/>
              <a:cs typeface="Arial" panose="020B0604020202020204" pitchFamily="34" charset="0"/>
            </a:rPr>
            <a:t>kasus</a:t>
          </a:r>
          <a:r>
            <a:rPr lang="en-US" sz="1500" kern="1200" dirty="0">
              <a:latin typeface="Arial" panose="020B0604020202020204" pitchFamily="34" charset="0"/>
              <a:cs typeface="Arial" panose="020B0604020202020204" pitchFamily="34" charset="0"/>
            </a:rPr>
            <a:t> </a:t>
          </a:r>
          <a:r>
            <a:rPr lang="en-US" sz="1500" kern="1200" dirty="0" err="1">
              <a:latin typeface="Arial" panose="020B0604020202020204" pitchFamily="34" charset="0"/>
              <a:cs typeface="Arial" panose="020B0604020202020204" pitchFamily="34" charset="0"/>
            </a:rPr>
            <a:t>ini</a:t>
          </a:r>
          <a:r>
            <a:rPr lang="en-US" sz="1500" kern="1200" dirty="0">
              <a:latin typeface="Arial" panose="020B0604020202020204" pitchFamily="34" charset="0"/>
              <a:cs typeface="Arial" panose="020B0604020202020204" pitchFamily="34" charset="0"/>
            </a:rPr>
            <a:t> </a:t>
          </a:r>
          <a:r>
            <a:rPr lang="en-US" sz="1500" kern="1200" dirty="0" err="1">
              <a:latin typeface="Arial" panose="020B0604020202020204" pitchFamily="34" charset="0"/>
              <a:cs typeface="Arial" panose="020B0604020202020204" pitchFamily="34" charset="0"/>
            </a:rPr>
            <a:t>nilai</a:t>
          </a:r>
          <a:r>
            <a:rPr lang="en-US" sz="1500" kern="1200" dirty="0">
              <a:latin typeface="Arial" panose="020B0604020202020204" pitchFamily="34" charset="0"/>
              <a:cs typeface="Arial" panose="020B0604020202020204" pitchFamily="34" charset="0"/>
            </a:rPr>
            <a:t> </a:t>
          </a:r>
          <a:r>
            <a:rPr lang="en-US" sz="1500" kern="1200" dirty="0" err="1">
              <a:latin typeface="Arial" panose="020B0604020202020204" pitchFamily="34" charset="0"/>
              <a:cs typeface="Arial" panose="020B0604020202020204" pitchFamily="34" charset="0"/>
            </a:rPr>
            <a:t>signifikan</a:t>
          </a:r>
          <a:r>
            <a:rPr lang="en-US" sz="1500" kern="1200" dirty="0">
              <a:latin typeface="Arial" panose="020B0604020202020204" pitchFamily="34" charset="0"/>
              <a:cs typeface="Arial" panose="020B0604020202020204" pitchFamily="34" charset="0"/>
            </a:rPr>
            <a:t> = 0,1, </a:t>
          </a:r>
          <a:r>
            <a:rPr lang="en-US" sz="1500" kern="1200" dirty="0" err="1">
              <a:latin typeface="Arial" panose="020B0604020202020204" pitchFamily="34" charset="0"/>
              <a:cs typeface="Arial" panose="020B0604020202020204" pitchFamily="34" charset="0"/>
            </a:rPr>
            <a:t>maka</a:t>
          </a:r>
          <a:r>
            <a:rPr lang="en-US" sz="1500" kern="1200" dirty="0">
              <a:latin typeface="Arial" panose="020B0604020202020204" pitchFamily="34" charset="0"/>
              <a:cs typeface="Arial" panose="020B0604020202020204" pitchFamily="34" charset="0"/>
            </a:rPr>
            <a:t> </a:t>
          </a:r>
          <a:r>
            <a:rPr lang="en-US" sz="1500" kern="1200" dirty="0" err="1">
              <a:latin typeface="Arial" panose="020B0604020202020204" pitchFamily="34" charset="0"/>
              <a:cs typeface="Arial" panose="020B0604020202020204" pitchFamily="34" charset="0"/>
            </a:rPr>
            <a:t>nilainya</a:t>
          </a:r>
          <a:r>
            <a:rPr lang="en-US" sz="1500" kern="1200" dirty="0">
              <a:latin typeface="Arial" panose="020B0604020202020204" pitchFamily="34" charset="0"/>
              <a:cs typeface="Arial" panose="020B0604020202020204" pitchFamily="34" charset="0"/>
            </a:rPr>
            <a:t> </a:t>
          </a:r>
          <a:r>
            <a:rPr lang="en-US" sz="1500" kern="1200" dirty="0" err="1">
              <a:latin typeface="Arial" panose="020B0604020202020204" pitchFamily="34" charset="0"/>
              <a:cs typeface="Arial" panose="020B0604020202020204" pitchFamily="34" charset="0"/>
            </a:rPr>
            <a:t>adalah</a:t>
          </a:r>
          <a:r>
            <a:rPr lang="en-US" sz="1500" kern="1200" dirty="0">
              <a:latin typeface="Arial" panose="020B0604020202020204" pitchFamily="34" charset="0"/>
              <a:cs typeface="Arial" panose="020B0604020202020204" pitchFamily="34" charset="0"/>
            </a:rPr>
            <a:t> 59 </a:t>
          </a:r>
          <a:r>
            <a:rPr lang="en-US" sz="1500" kern="1200" dirty="0" err="1">
              <a:latin typeface="Arial" panose="020B0604020202020204" pitchFamily="34" charset="0"/>
              <a:cs typeface="Arial" panose="020B0604020202020204" pitchFamily="34" charset="0"/>
            </a:rPr>
            <a:t>atau</a:t>
          </a:r>
          <a:r>
            <a:rPr lang="en-US" sz="1500" kern="1200" dirty="0">
              <a:latin typeface="Arial" panose="020B0604020202020204" pitchFamily="34" charset="0"/>
              <a:cs typeface="Arial" panose="020B0604020202020204" pitchFamily="34" charset="0"/>
            </a:rPr>
            <a:t> 59,5. </a:t>
          </a:r>
        </a:p>
      </dsp:txBody>
      <dsp:txXfrm>
        <a:off x="41511" y="1901471"/>
        <a:ext cx="6769921" cy="767326"/>
      </dsp:txXfrm>
    </dsp:sp>
    <dsp:sp modelId="{F0F3724B-0CCB-4198-9686-2D380A368B97}">
      <dsp:nvSpPr>
        <dsp:cNvPr id="0" name=""/>
        <dsp:cNvSpPr/>
      </dsp:nvSpPr>
      <dsp:spPr>
        <a:xfrm>
          <a:off x="0" y="2746264"/>
          <a:ext cx="6852943" cy="1119630"/>
        </a:xfrm>
        <a:prstGeom prst="roundRect">
          <a:avLst/>
        </a:prstGeom>
        <a:solidFill>
          <a:schemeClr val="accent5">
            <a:hueOff val="-6758543"/>
            <a:satOff val="-17419"/>
            <a:lumOff val="-11765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 dirty="0" err="1">
              <a:latin typeface="Arial" panose="020B0604020202020204" pitchFamily="34" charset="0"/>
              <a:cs typeface="Arial" panose="020B0604020202020204" pitchFamily="34" charset="0"/>
            </a:rPr>
            <a:t>Metode</a:t>
          </a:r>
          <a:r>
            <a:rPr lang="en-US" sz="1500" kern="1200" dirty="0">
              <a:latin typeface="Arial" panose="020B0604020202020204" pitchFamily="34" charset="0"/>
              <a:cs typeface="Arial" panose="020B0604020202020204" pitchFamily="34" charset="0"/>
            </a:rPr>
            <a:t> </a:t>
          </a:r>
          <a:r>
            <a:rPr lang="en-US" sz="1500" kern="1200" dirty="0" err="1">
              <a:latin typeface="Arial" panose="020B0604020202020204" pitchFamily="34" charset="0"/>
              <a:cs typeface="Arial" panose="020B0604020202020204" pitchFamily="34" charset="0"/>
            </a:rPr>
            <a:t>numerik</a:t>
          </a:r>
          <a:r>
            <a:rPr lang="en-US" sz="1500" kern="1200" dirty="0">
              <a:latin typeface="Arial" panose="020B0604020202020204" pitchFamily="34" charset="0"/>
              <a:cs typeface="Arial" panose="020B0604020202020204" pitchFamily="34" charset="0"/>
            </a:rPr>
            <a:t> </a:t>
          </a:r>
          <a:r>
            <a:rPr lang="en-US" sz="1500" kern="1200" dirty="0" err="1">
              <a:latin typeface="Arial" panose="020B0604020202020204" pitchFamily="34" charset="0"/>
              <a:cs typeface="Arial" panose="020B0604020202020204" pitchFamily="34" charset="0"/>
            </a:rPr>
            <a:t>mengandung</a:t>
          </a:r>
          <a:r>
            <a:rPr lang="en-US" sz="1500" kern="1200" dirty="0">
              <a:latin typeface="Arial" panose="020B0604020202020204" pitchFamily="34" charset="0"/>
              <a:cs typeface="Arial" panose="020B0604020202020204" pitchFamily="34" charset="0"/>
            </a:rPr>
            <a:t> </a:t>
          </a:r>
          <a:r>
            <a:rPr lang="en-US" sz="1500" kern="1200" dirty="0" err="1">
              <a:latin typeface="Arial" panose="020B0604020202020204" pitchFamily="34" charset="0"/>
              <a:cs typeface="Arial" panose="020B0604020202020204" pitchFamily="34" charset="0"/>
            </a:rPr>
            <a:t>hasilpendekatan</a:t>
          </a:r>
          <a:r>
            <a:rPr lang="en-US" sz="1500" kern="1200" dirty="0">
              <a:latin typeface="Arial" panose="020B0604020202020204" pitchFamily="34" charset="0"/>
              <a:cs typeface="Arial" panose="020B0604020202020204" pitchFamily="34" charset="0"/>
            </a:rPr>
            <a:t>/</a:t>
          </a:r>
          <a:r>
            <a:rPr lang="en-US" sz="1500" kern="1200" dirty="0" err="1">
              <a:latin typeface="Arial" panose="020B0604020202020204" pitchFamily="34" charset="0"/>
              <a:cs typeface="Arial" panose="020B0604020202020204" pitchFamily="34" charset="0"/>
            </a:rPr>
            <a:t>hampiran</a:t>
          </a:r>
          <a:r>
            <a:rPr lang="en-US" sz="1500" kern="1200" dirty="0">
              <a:latin typeface="Arial" panose="020B0604020202020204" pitchFamily="34" charset="0"/>
              <a:cs typeface="Arial" panose="020B0604020202020204" pitchFamily="34" charset="0"/>
            </a:rPr>
            <a:t> </a:t>
          </a:r>
          <a:r>
            <a:rPr lang="en-US" sz="1500" kern="1200" dirty="0" err="1">
              <a:latin typeface="Arial" panose="020B0604020202020204" pitchFamily="34" charset="0"/>
              <a:cs typeface="Arial" panose="020B0604020202020204" pitchFamily="34" charset="0"/>
            </a:rPr>
            <a:t>keyakinannya</a:t>
          </a:r>
          <a:r>
            <a:rPr lang="en-US" sz="1500" kern="1200" dirty="0">
              <a:latin typeface="Arial" panose="020B0604020202020204" pitchFamily="34" charset="0"/>
              <a:cs typeface="Arial" panose="020B0604020202020204" pitchFamily="34" charset="0"/>
            </a:rPr>
            <a:t> </a:t>
          </a:r>
          <a:r>
            <a:rPr lang="en-US" sz="1500" kern="1200" dirty="0" err="1">
              <a:latin typeface="Arial" panose="020B0604020202020204" pitchFamily="34" charset="0"/>
              <a:cs typeface="Arial" panose="020B0604020202020204" pitchFamily="34" charset="0"/>
            </a:rPr>
            <a:t>ditentukan</a:t>
          </a:r>
          <a:r>
            <a:rPr lang="en-US" sz="1500" kern="1200" dirty="0">
              <a:latin typeface="Arial" panose="020B0604020202020204" pitchFamily="34" charset="0"/>
              <a:cs typeface="Arial" panose="020B0604020202020204" pitchFamily="34" charset="0"/>
            </a:rPr>
            <a:t> oleh </a:t>
          </a:r>
          <a:r>
            <a:rPr lang="en-US" sz="1500" kern="1200" dirty="0" err="1">
              <a:latin typeface="Arial" panose="020B0604020202020204" pitchFamily="34" charset="0"/>
              <a:cs typeface="Arial" panose="020B0604020202020204" pitchFamily="34" charset="0"/>
            </a:rPr>
            <a:t>angka</a:t>
          </a:r>
          <a:r>
            <a:rPr lang="en-US" sz="1500" kern="1200" dirty="0">
              <a:latin typeface="Arial" panose="020B0604020202020204" pitchFamily="34" charset="0"/>
              <a:cs typeface="Arial" panose="020B0604020202020204" pitchFamily="34" charset="0"/>
            </a:rPr>
            <a:t> </a:t>
          </a:r>
          <a:r>
            <a:rPr lang="en-US" sz="1500" kern="1200" dirty="0" err="1">
              <a:latin typeface="Arial" panose="020B0604020202020204" pitchFamily="34" charset="0"/>
              <a:cs typeface="Arial" panose="020B0604020202020204" pitchFamily="34" charset="0"/>
            </a:rPr>
            <a:t>signifikan</a:t>
          </a:r>
          <a:r>
            <a:rPr lang="en-US" sz="1500" kern="1200" dirty="0">
              <a:latin typeface="Arial" panose="020B0604020202020204" pitchFamily="34" charset="0"/>
              <a:cs typeface="Arial" panose="020B0604020202020204" pitchFamily="34" charset="0"/>
            </a:rPr>
            <a:t>.</a:t>
          </a:r>
        </a:p>
      </dsp:txBody>
      <dsp:txXfrm>
        <a:off x="54656" y="2800920"/>
        <a:ext cx="6743631" cy="1010318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2BE3F69-661B-4947-A315-F6D01710351A}">
      <dsp:nvSpPr>
        <dsp:cNvPr id="0" name=""/>
        <dsp:cNvSpPr/>
      </dsp:nvSpPr>
      <dsp:spPr>
        <a:xfrm>
          <a:off x="0" y="707092"/>
          <a:ext cx="10515600" cy="1305401"/>
        </a:xfrm>
        <a:prstGeom prst="roundRect">
          <a:avLst>
            <a:gd name="adj" fmla="val 1000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45FC8A6-844A-42AE-BE9A-F7B45C2305F5}">
      <dsp:nvSpPr>
        <dsp:cNvPr id="0" name=""/>
        <dsp:cNvSpPr/>
      </dsp:nvSpPr>
      <dsp:spPr>
        <a:xfrm>
          <a:off x="394883" y="1000807"/>
          <a:ext cx="717970" cy="717970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A51DB55-8B29-41AD-A4A4-37FA1E95DB5D}">
      <dsp:nvSpPr>
        <dsp:cNvPr id="0" name=""/>
        <dsp:cNvSpPr/>
      </dsp:nvSpPr>
      <dsp:spPr>
        <a:xfrm>
          <a:off x="1507738" y="707092"/>
          <a:ext cx="9007861" cy="130540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8155" tIns="138155" rIns="138155" bIns="138155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dirty="0" err="1"/>
            <a:t>Sebagai</a:t>
          </a:r>
          <a:r>
            <a:rPr lang="en-US" sz="1800" kern="1200" dirty="0"/>
            <a:t> </a:t>
          </a:r>
          <a:r>
            <a:rPr lang="en-US" sz="1800" kern="1200" dirty="0" err="1"/>
            <a:t>ilustrasi</a:t>
          </a:r>
          <a:r>
            <a:rPr lang="en-US" sz="1800" kern="1200" dirty="0"/>
            <a:t> ; </a:t>
          </a:r>
          <a:r>
            <a:rPr lang="en-US" sz="1800" kern="1200" dirty="0" err="1"/>
            <a:t>seseorang</a:t>
          </a:r>
          <a:r>
            <a:rPr lang="en-US" sz="1800" kern="1200" dirty="0"/>
            <a:t> </a:t>
          </a:r>
          <a:r>
            <a:rPr lang="en-US" sz="1800" kern="1200" dirty="0" err="1"/>
            <a:t>mengukur</a:t>
          </a:r>
          <a:r>
            <a:rPr lang="en-US" sz="1800" kern="1200" dirty="0"/>
            <a:t> </a:t>
          </a:r>
          <a:r>
            <a:rPr lang="en-US" sz="1800" kern="1200" dirty="0" err="1"/>
            <a:t>berat</a:t>
          </a:r>
          <a:r>
            <a:rPr lang="en-US" sz="1800" kern="1200" dirty="0"/>
            <a:t> badan, </a:t>
          </a:r>
          <a:r>
            <a:rPr lang="en-US" sz="1800" kern="1200" dirty="0" err="1"/>
            <a:t>berdasarkan</a:t>
          </a:r>
          <a:r>
            <a:rPr lang="en-US" sz="1800" kern="1200" dirty="0"/>
            <a:t> </a:t>
          </a:r>
          <a:r>
            <a:rPr lang="en-US" sz="1800" kern="1200" dirty="0" err="1"/>
            <a:t>timbangan</a:t>
          </a:r>
          <a:r>
            <a:rPr lang="en-US" sz="1800" kern="1200" dirty="0"/>
            <a:t> </a:t>
          </a:r>
          <a:r>
            <a:rPr lang="en-US" sz="1800" kern="1200" dirty="0" err="1"/>
            <a:t>diperoleh</a:t>
          </a:r>
          <a:r>
            <a:rPr lang="en-US" sz="1800" kern="1200" dirty="0"/>
            <a:t> </a:t>
          </a:r>
          <a:r>
            <a:rPr lang="en-US" sz="1800" kern="1200" dirty="0" err="1"/>
            <a:t>berat</a:t>
          </a:r>
          <a:r>
            <a:rPr lang="en-US" sz="1800" kern="1200" dirty="0"/>
            <a:t> </a:t>
          </a:r>
          <a:r>
            <a:rPr lang="en-US" sz="1800" kern="1200" dirty="0" err="1"/>
            <a:t>badannya</a:t>
          </a:r>
          <a:r>
            <a:rPr lang="en-US" sz="1800" kern="1200" dirty="0"/>
            <a:t> </a:t>
          </a:r>
          <a:r>
            <a:rPr lang="en-US" sz="1800" kern="1200" dirty="0" err="1"/>
            <a:t>adalah</a:t>
          </a:r>
          <a:r>
            <a:rPr lang="en-US" sz="1800" kern="1200" dirty="0"/>
            <a:t> 62 </a:t>
          </a:r>
          <a:r>
            <a:rPr lang="en-US" sz="1800" kern="1200" dirty="0" err="1"/>
            <a:t>atau</a:t>
          </a:r>
          <a:r>
            <a:rPr lang="en-US" sz="1800" kern="1200" dirty="0"/>
            <a:t> 63, </a:t>
          </a:r>
          <a:r>
            <a:rPr lang="en-US" sz="1800" kern="1200" dirty="0" err="1"/>
            <a:t>mungkin</a:t>
          </a:r>
          <a:r>
            <a:rPr lang="en-US" sz="1800" kern="1200" dirty="0"/>
            <a:t> </a:t>
          </a:r>
          <a:r>
            <a:rPr lang="en-US" sz="1800" kern="1200" dirty="0" err="1"/>
            <a:t>lebih</a:t>
          </a:r>
          <a:r>
            <a:rPr lang="en-US" sz="1800" kern="1200" dirty="0"/>
            <a:t> </a:t>
          </a:r>
          <a:r>
            <a:rPr lang="en-US" sz="1800" kern="1200" dirty="0" err="1"/>
            <a:t>tepatnya</a:t>
          </a:r>
          <a:r>
            <a:rPr lang="en-US" sz="1800" kern="1200" dirty="0"/>
            <a:t> 63 kg. Jika </a:t>
          </a:r>
          <a:r>
            <a:rPr lang="en-US" sz="1800" kern="1200" dirty="0" err="1"/>
            <a:t>untuk</a:t>
          </a:r>
          <a:r>
            <a:rPr lang="en-US" sz="1800" kern="1200" dirty="0"/>
            <a:t> </a:t>
          </a:r>
          <a:r>
            <a:rPr lang="en-US" sz="1800" kern="1200" dirty="0" err="1"/>
            <a:t>ketelitian</a:t>
          </a:r>
          <a:r>
            <a:rPr lang="en-US" sz="1800" kern="1200" dirty="0"/>
            <a:t> data </a:t>
          </a:r>
          <a:r>
            <a:rPr lang="en-US" sz="1800" kern="1200" dirty="0" err="1"/>
            <a:t>menginginkan</a:t>
          </a:r>
          <a:r>
            <a:rPr lang="en-US" sz="1800" kern="1200" dirty="0"/>
            <a:t> 1 digit </a:t>
          </a:r>
          <a:r>
            <a:rPr lang="en-US" sz="1800" kern="1200" dirty="0" err="1"/>
            <a:t>dibelakang</a:t>
          </a:r>
          <a:r>
            <a:rPr lang="en-US" sz="1800" kern="1200" dirty="0"/>
            <a:t> </a:t>
          </a:r>
          <a:r>
            <a:rPr lang="en-US" sz="1800" kern="1200" dirty="0" err="1"/>
            <a:t>koma</a:t>
          </a:r>
          <a:r>
            <a:rPr lang="en-US" sz="1800" kern="1200" dirty="0"/>
            <a:t> </a:t>
          </a:r>
          <a:r>
            <a:rPr lang="en-US" sz="1800" kern="1200" dirty="0" err="1"/>
            <a:t>dapat</a:t>
          </a:r>
          <a:r>
            <a:rPr lang="en-US" sz="1800" kern="1200" dirty="0"/>
            <a:t> </a:t>
          </a:r>
          <a:r>
            <a:rPr lang="en-US" sz="1800" kern="1200" dirty="0" err="1"/>
            <a:t>diperkirakan</a:t>
          </a:r>
          <a:r>
            <a:rPr lang="en-US" sz="1800" kern="1200" dirty="0"/>
            <a:t> </a:t>
          </a:r>
          <a:r>
            <a:rPr lang="en-US" sz="1800" kern="1200" dirty="0" err="1"/>
            <a:t>nilainya</a:t>
          </a:r>
          <a:r>
            <a:rPr lang="en-US" sz="1800" kern="1200" dirty="0"/>
            <a:t> 62,7 kg </a:t>
          </a:r>
          <a:r>
            <a:rPr lang="en-US" sz="1800" kern="1200" dirty="0" err="1"/>
            <a:t>atau</a:t>
          </a:r>
          <a:r>
            <a:rPr lang="en-US" sz="1800" kern="1200" dirty="0"/>
            <a:t> 62,9 kg.</a:t>
          </a:r>
        </a:p>
      </dsp:txBody>
      <dsp:txXfrm>
        <a:off x="1507738" y="707092"/>
        <a:ext cx="9007861" cy="1305401"/>
      </dsp:txXfrm>
    </dsp:sp>
    <dsp:sp modelId="{C4EF92C3-21D0-40C3-B795-50BE783E781D}">
      <dsp:nvSpPr>
        <dsp:cNvPr id="0" name=""/>
        <dsp:cNvSpPr/>
      </dsp:nvSpPr>
      <dsp:spPr>
        <a:xfrm>
          <a:off x="0" y="2338844"/>
          <a:ext cx="10515600" cy="1305401"/>
        </a:xfrm>
        <a:prstGeom prst="roundRect">
          <a:avLst>
            <a:gd name="adj" fmla="val 1000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DCF8899D-128E-4240-AFA3-7578C3B9E36B}">
      <dsp:nvSpPr>
        <dsp:cNvPr id="0" name=""/>
        <dsp:cNvSpPr/>
      </dsp:nvSpPr>
      <dsp:spPr>
        <a:xfrm>
          <a:off x="394883" y="2632559"/>
          <a:ext cx="717970" cy="717970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14BFB55-C5F8-4E33-B928-C111B29618A4}">
      <dsp:nvSpPr>
        <dsp:cNvPr id="0" name=""/>
        <dsp:cNvSpPr/>
      </dsp:nvSpPr>
      <dsp:spPr>
        <a:xfrm>
          <a:off x="1507738" y="2338844"/>
          <a:ext cx="9007861" cy="130540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8155" tIns="138155" rIns="138155" bIns="138155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dirty="0"/>
            <a:t>Karena </a:t>
          </a:r>
          <a:r>
            <a:rPr lang="en-US" sz="1800" kern="1200" dirty="0" err="1"/>
            <a:t>adanya</a:t>
          </a:r>
          <a:r>
            <a:rPr lang="en-US" sz="1800" kern="1200" dirty="0"/>
            <a:t> </a:t>
          </a:r>
          <a:r>
            <a:rPr lang="en-US" sz="1800" kern="1200" dirty="0" err="1"/>
            <a:t>keterbatasan</a:t>
          </a:r>
          <a:r>
            <a:rPr lang="en-US" sz="1800" kern="1200" dirty="0"/>
            <a:t> </a:t>
          </a:r>
          <a:r>
            <a:rPr lang="en-US" sz="1800" kern="1200" dirty="0" err="1"/>
            <a:t>timbangan</a:t>
          </a:r>
          <a:r>
            <a:rPr lang="en-US" sz="1800" kern="1200" dirty="0"/>
            <a:t> </a:t>
          </a:r>
          <a:r>
            <a:rPr lang="en-US" sz="1800" kern="1200" dirty="0" err="1"/>
            <a:t>kita</a:t>
          </a:r>
          <a:r>
            <a:rPr lang="en-US" sz="1800" kern="1200" dirty="0"/>
            <a:t> </a:t>
          </a:r>
          <a:r>
            <a:rPr lang="en-US" sz="1800" kern="1200" dirty="0" err="1"/>
            <a:t>tidak</a:t>
          </a:r>
          <a:r>
            <a:rPr lang="en-US" sz="1800" kern="1200" dirty="0"/>
            <a:t> </a:t>
          </a:r>
          <a:r>
            <a:rPr lang="en-US" sz="1800" kern="1200" dirty="0" err="1"/>
            <a:t>dapat</a:t>
          </a:r>
          <a:r>
            <a:rPr lang="en-US" sz="1800" kern="1200" dirty="0"/>
            <a:t> </a:t>
          </a:r>
          <a:r>
            <a:rPr lang="en-US" sz="1800" kern="1200" dirty="0" err="1"/>
            <a:t>memastikan</a:t>
          </a:r>
          <a:r>
            <a:rPr lang="en-US" sz="1800" kern="1200" dirty="0"/>
            <a:t> </a:t>
          </a:r>
          <a:r>
            <a:rPr lang="en-US" sz="1800" kern="1200" dirty="0" err="1"/>
            <a:t>tapi</a:t>
          </a:r>
          <a:r>
            <a:rPr lang="en-US" sz="1800" kern="1200" dirty="0"/>
            <a:t> </a:t>
          </a:r>
          <a:r>
            <a:rPr lang="en-US" sz="1800" kern="1200" dirty="0" err="1"/>
            <a:t>hanya</a:t>
          </a:r>
          <a:r>
            <a:rPr lang="en-US" sz="1800" kern="1200" dirty="0"/>
            <a:t> </a:t>
          </a:r>
          <a:r>
            <a:rPr lang="en-US" sz="1800" kern="1200" dirty="0" err="1"/>
            <a:t>menduga</a:t>
          </a:r>
          <a:r>
            <a:rPr lang="en-US" sz="1800" kern="1200" dirty="0"/>
            <a:t> digit </a:t>
          </a:r>
          <a:r>
            <a:rPr lang="en-US" sz="1800" kern="1200" dirty="0" err="1"/>
            <a:t>berikutnya</a:t>
          </a:r>
          <a:r>
            <a:rPr lang="en-US" sz="1800" kern="1200" dirty="0"/>
            <a:t>, </a:t>
          </a:r>
          <a:r>
            <a:rPr lang="en-US" sz="1800" kern="1200" dirty="0" err="1"/>
            <a:t>akan</a:t>
          </a:r>
          <a:r>
            <a:rPr lang="en-US" sz="1800" kern="1200" dirty="0"/>
            <a:t> </a:t>
          </a:r>
          <a:r>
            <a:rPr lang="en-US" sz="1800" kern="1200" dirty="0" err="1"/>
            <a:t>terasa</a:t>
          </a:r>
          <a:r>
            <a:rPr lang="en-US" sz="1800" kern="1200" dirty="0"/>
            <a:t> </a:t>
          </a:r>
          <a:r>
            <a:rPr lang="en-US" sz="1800" kern="1200" dirty="0" err="1"/>
            <a:t>aneh</a:t>
          </a:r>
          <a:r>
            <a:rPr lang="en-US" sz="1800" kern="1200" dirty="0"/>
            <a:t> </a:t>
          </a:r>
          <a:r>
            <a:rPr lang="en-US" sz="1800" kern="1200" dirty="0" err="1"/>
            <a:t>jika</a:t>
          </a:r>
          <a:r>
            <a:rPr lang="en-US" sz="1800" kern="1200" dirty="0"/>
            <a:t> </a:t>
          </a:r>
          <a:r>
            <a:rPr lang="en-US" sz="1800" kern="1200" dirty="0" err="1"/>
            <a:t>katakan</a:t>
          </a:r>
          <a:r>
            <a:rPr lang="en-US" sz="1800" kern="1200" dirty="0"/>
            <a:t> </a:t>
          </a:r>
          <a:r>
            <a:rPr lang="en-US" sz="1800" kern="1200" dirty="0" err="1"/>
            <a:t>berat</a:t>
          </a:r>
          <a:r>
            <a:rPr lang="en-US" sz="1800" kern="1200" dirty="0"/>
            <a:t> </a:t>
          </a:r>
          <a:r>
            <a:rPr lang="en-US" sz="1800" kern="1200" dirty="0" err="1"/>
            <a:t>badannya</a:t>
          </a:r>
          <a:r>
            <a:rPr lang="en-US" sz="1800" kern="1200" dirty="0"/>
            <a:t> </a:t>
          </a:r>
          <a:r>
            <a:rPr lang="en-US" sz="1800" kern="1200" dirty="0" err="1"/>
            <a:t>adalah</a:t>
          </a:r>
          <a:r>
            <a:rPr lang="en-US" sz="1800" kern="1200" dirty="0"/>
            <a:t> 62, 897653657 kg.</a:t>
          </a:r>
        </a:p>
      </dsp:txBody>
      <dsp:txXfrm>
        <a:off x="1507738" y="2338844"/>
        <a:ext cx="9007861" cy="1305401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CA8D486-1F40-474D-BCC3-C552986AF104}">
      <dsp:nvSpPr>
        <dsp:cNvPr id="0" name=""/>
        <dsp:cNvSpPr/>
      </dsp:nvSpPr>
      <dsp:spPr>
        <a:xfrm>
          <a:off x="582645" y="1178"/>
          <a:ext cx="2174490" cy="1304694"/>
        </a:xfrm>
        <a:prstGeom prst="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b="1" kern="1200" dirty="0"/>
            <a:t>1. </a:t>
          </a:r>
          <a:r>
            <a:rPr lang="en-US" sz="1200" b="1" kern="1200" dirty="0" err="1"/>
            <a:t>konsep</a:t>
          </a:r>
          <a:r>
            <a:rPr lang="en-US" sz="1200" b="1" kern="1200" dirty="0"/>
            <a:t> </a:t>
          </a:r>
          <a:r>
            <a:rPr lang="en-US" sz="1200" b="1" kern="1200" dirty="0" err="1"/>
            <a:t>angka</a:t>
          </a:r>
          <a:r>
            <a:rPr lang="en-US" sz="1200" b="1" kern="1200" dirty="0"/>
            <a:t> </a:t>
          </a:r>
          <a:r>
            <a:rPr lang="en-US" sz="1200" b="1" kern="1200" dirty="0" err="1"/>
            <a:t>signifikan</a:t>
          </a:r>
          <a:r>
            <a:rPr lang="en-US" sz="1200" b="1" kern="1200" dirty="0"/>
            <a:t> → </a:t>
          </a:r>
          <a:r>
            <a:rPr lang="en-US" sz="1200" b="1" kern="1200" dirty="0" err="1"/>
            <a:t>keandalan</a:t>
          </a:r>
          <a:r>
            <a:rPr lang="en-US" sz="1200" b="1" kern="1200" dirty="0"/>
            <a:t> </a:t>
          </a:r>
          <a:r>
            <a:rPr lang="en-US" sz="1200" b="1" kern="1200" dirty="0" err="1"/>
            <a:t>sebuah</a:t>
          </a:r>
          <a:r>
            <a:rPr lang="en-US" sz="1200" b="1" kern="1200" dirty="0"/>
            <a:t> </a:t>
          </a:r>
          <a:r>
            <a:rPr lang="en-US" sz="1200" b="1" kern="1200" dirty="0" err="1"/>
            <a:t>nilai</a:t>
          </a:r>
          <a:r>
            <a:rPr lang="en-US" sz="1200" b="1" kern="1200" dirty="0"/>
            <a:t> </a:t>
          </a:r>
          <a:r>
            <a:rPr lang="en-US" sz="1200" b="1" kern="1200" dirty="0" err="1"/>
            <a:t>numerik</a:t>
          </a:r>
          <a:endParaRPr lang="en-US" sz="1200" b="1" kern="1200" dirty="0"/>
        </a:p>
      </dsp:txBody>
      <dsp:txXfrm>
        <a:off x="582645" y="1178"/>
        <a:ext cx="2174490" cy="1304694"/>
      </dsp:txXfrm>
    </dsp:sp>
    <dsp:sp modelId="{4161CA57-3EF8-44F6-BF64-2B9F2AFDF5FD}">
      <dsp:nvSpPr>
        <dsp:cNvPr id="0" name=""/>
        <dsp:cNvSpPr/>
      </dsp:nvSpPr>
      <dsp:spPr>
        <a:xfrm>
          <a:off x="2974584" y="1178"/>
          <a:ext cx="2174490" cy="1304694"/>
        </a:xfrm>
        <a:prstGeom prst="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b="1" kern="1200" dirty="0"/>
            <a:t>2. </a:t>
          </a:r>
          <a:r>
            <a:rPr lang="en-US" sz="1400" b="1" kern="1200" dirty="0" err="1"/>
            <a:t>komputasi</a:t>
          </a:r>
          <a:r>
            <a:rPr lang="en-US" sz="1400" b="1" kern="1200" dirty="0"/>
            <a:t> </a:t>
          </a:r>
          <a:r>
            <a:rPr lang="en-US" sz="1400" b="1" kern="1200" dirty="0" err="1"/>
            <a:t>terhadap</a:t>
          </a:r>
          <a:r>
            <a:rPr lang="en-US" sz="1400" b="1" kern="1200" dirty="0"/>
            <a:t> </a:t>
          </a:r>
          <a:r>
            <a:rPr lang="en-US" sz="1400" b="1" kern="1200" dirty="0" err="1"/>
            <a:t>suatu</a:t>
          </a:r>
          <a:r>
            <a:rPr lang="en-US" sz="1400" b="1" kern="1200" dirty="0"/>
            <a:t> </a:t>
          </a:r>
          <a:r>
            <a:rPr lang="en-US" sz="1400" b="1" kern="1200" dirty="0" err="1"/>
            <a:t>bilangan</a:t>
          </a:r>
          <a:r>
            <a:rPr lang="en-US" sz="1400" b="1" kern="1200" dirty="0"/>
            <a:t> → </a:t>
          </a:r>
          <a:r>
            <a:rPr lang="en-US" sz="1400" b="1" kern="1200" dirty="0" err="1"/>
            <a:t>bilangan</a:t>
          </a:r>
          <a:r>
            <a:rPr lang="en-US" sz="1400" b="1" kern="1200" dirty="0"/>
            <a:t> </a:t>
          </a:r>
          <a:r>
            <a:rPr lang="en-US" sz="1400" b="1" kern="1200" dirty="0" err="1"/>
            <a:t>harus</a:t>
          </a:r>
          <a:r>
            <a:rPr lang="en-US" sz="1400" b="1" kern="1200" dirty="0"/>
            <a:t> </a:t>
          </a:r>
          <a:r>
            <a:rPr lang="en-US" sz="1400" b="1" kern="1200" dirty="0" err="1"/>
            <a:t>meyakinkan</a:t>
          </a:r>
          <a:endParaRPr lang="en-US" sz="1400" b="1" kern="1200" dirty="0"/>
        </a:p>
      </dsp:txBody>
      <dsp:txXfrm>
        <a:off x="2974584" y="1178"/>
        <a:ext cx="2174490" cy="1304694"/>
      </dsp:txXfrm>
    </dsp:sp>
    <dsp:sp modelId="{CAC24B1D-9088-4CD1-80E3-F2E982B67184}">
      <dsp:nvSpPr>
        <dsp:cNvPr id="0" name=""/>
        <dsp:cNvSpPr/>
      </dsp:nvSpPr>
      <dsp:spPr>
        <a:xfrm>
          <a:off x="5366524" y="1178"/>
          <a:ext cx="2174490" cy="1304694"/>
        </a:xfrm>
        <a:prstGeom prst="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b="1" kern="1200" dirty="0"/>
            <a:t>3. </a:t>
          </a:r>
          <a:r>
            <a:rPr lang="en-US" sz="1200" b="1" kern="1200" dirty="0" err="1"/>
            <a:t>Banyaknya</a:t>
          </a:r>
          <a:r>
            <a:rPr lang="en-US" sz="1200" b="1" kern="1200" dirty="0"/>
            <a:t> </a:t>
          </a:r>
          <a:r>
            <a:rPr lang="en-US" sz="1200" b="1" kern="1200" dirty="0" err="1"/>
            <a:t>angka</a:t>
          </a:r>
          <a:r>
            <a:rPr lang="en-US" sz="1200" b="1" kern="1200" dirty="0"/>
            <a:t> </a:t>
          </a:r>
          <a:r>
            <a:rPr lang="en-US" sz="1200" b="1" kern="1200" dirty="0" err="1"/>
            <a:t>signifikan</a:t>
          </a:r>
          <a:r>
            <a:rPr lang="en-US" sz="1200" b="1" kern="1200" dirty="0"/>
            <a:t> → </a:t>
          </a:r>
          <a:r>
            <a:rPr lang="en-US" sz="1200" b="1" kern="1200" dirty="0" err="1"/>
            <a:t>banyaknya</a:t>
          </a:r>
          <a:r>
            <a:rPr lang="en-US" sz="1200" b="1" kern="1200" dirty="0"/>
            <a:t> digit </a:t>
          </a:r>
          <a:r>
            <a:rPr lang="en-US" sz="1200" b="1" kern="1200" dirty="0" err="1"/>
            <a:t>tertentu</a:t>
          </a:r>
          <a:r>
            <a:rPr lang="en-US" sz="1200" b="1" kern="1200" dirty="0"/>
            <a:t> yang </a:t>
          </a:r>
          <a:r>
            <a:rPr lang="en-US" sz="1200" b="1" kern="1200" dirty="0" err="1"/>
            <a:t>dapat</a:t>
          </a:r>
          <a:r>
            <a:rPr lang="en-US" sz="1200" b="1" kern="1200" dirty="0"/>
            <a:t> </a:t>
          </a:r>
          <a:r>
            <a:rPr lang="en-US" sz="1200" b="1" kern="1200" dirty="0" err="1"/>
            <a:t>meyakinkan</a:t>
          </a:r>
          <a:r>
            <a:rPr lang="en-US" sz="1200" b="1" kern="1200" dirty="0"/>
            <a:t> </a:t>
          </a:r>
          <a:r>
            <a:rPr lang="en-US" sz="1200" b="1" kern="1200" dirty="0" err="1"/>
            <a:t>nilai</a:t>
          </a:r>
          <a:r>
            <a:rPr lang="en-US" sz="1200" b="1" kern="1200" dirty="0"/>
            <a:t> </a:t>
          </a:r>
          <a:r>
            <a:rPr lang="en-US" sz="1200" b="1" kern="1200" dirty="0" err="1"/>
            <a:t>tersebut</a:t>
          </a:r>
          <a:r>
            <a:rPr lang="en-US" sz="1200" b="1" kern="1200" dirty="0"/>
            <a:t>.</a:t>
          </a:r>
        </a:p>
      </dsp:txBody>
      <dsp:txXfrm>
        <a:off x="5366524" y="1178"/>
        <a:ext cx="2174490" cy="1304694"/>
      </dsp:txXfrm>
    </dsp:sp>
    <dsp:sp modelId="{634614A5-56A9-4EBF-AAD8-51043954DEFC}">
      <dsp:nvSpPr>
        <dsp:cNvPr id="0" name=""/>
        <dsp:cNvSpPr/>
      </dsp:nvSpPr>
      <dsp:spPr>
        <a:xfrm>
          <a:off x="7758464" y="1178"/>
          <a:ext cx="2174490" cy="1304694"/>
        </a:xfrm>
        <a:prstGeom prst="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b="1" kern="1200" dirty="0"/>
            <a:t>4. </a:t>
          </a:r>
          <a:r>
            <a:rPr lang="en-US" sz="1200" b="1" kern="1200" dirty="0" err="1"/>
            <a:t>Selain</a:t>
          </a:r>
          <a:r>
            <a:rPr lang="en-US" sz="1200" b="1" kern="1200" dirty="0"/>
            <a:t> </a:t>
          </a:r>
          <a:r>
            <a:rPr lang="en-US" sz="1200" b="1" kern="1200" dirty="0" err="1"/>
            <a:t>angka</a:t>
          </a:r>
          <a:r>
            <a:rPr lang="en-US" sz="1200" b="1" kern="1200" dirty="0"/>
            <a:t> </a:t>
          </a:r>
          <a:r>
            <a:rPr lang="en-US" sz="1200" b="1" kern="1200" dirty="0" err="1"/>
            <a:t>signifikan</a:t>
          </a:r>
          <a:r>
            <a:rPr lang="en-US" sz="1200" b="1" kern="1200" dirty="0"/>
            <a:t> juga </a:t>
          </a:r>
          <a:r>
            <a:rPr lang="en-US" sz="1200" b="1" kern="1200" dirty="0" err="1"/>
            <a:t>ada</a:t>
          </a:r>
          <a:r>
            <a:rPr lang="en-US" sz="1200" b="1" kern="1200" dirty="0"/>
            <a:t> </a:t>
          </a:r>
          <a:r>
            <a:rPr lang="en-US" sz="1200" b="1" kern="1200" dirty="0" err="1"/>
            <a:t>angka</a:t>
          </a:r>
          <a:r>
            <a:rPr lang="en-US" sz="1200" b="1" kern="1200" dirty="0"/>
            <a:t> </a:t>
          </a:r>
          <a:r>
            <a:rPr lang="en-US" sz="1200" b="1" kern="1200" dirty="0" err="1"/>
            <a:t>taksiran</a:t>
          </a:r>
          <a:r>
            <a:rPr lang="en-US" sz="1200" b="1" kern="1200" dirty="0"/>
            <a:t>. Angka </a:t>
          </a:r>
          <a:r>
            <a:rPr lang="en-US" sz="1200" b="1" kern="1200" dirty="0" err="1"/>
            <a:t>nol</a:t>
          </a:r>
          <a:r>
            <a:rPr lang="en-US" sz="1200" b="1" kern="1200" dirty="0"/>
            <a:t> </a:t>
          </a:r>
          <a:r>
            <a:rPr lang="en-US" sz="1200" b="1" kern="1200" dirty="0" err="1"/>
            <a:t>tidak</a:t>
          </a:r>
          <a:r>
            <a:rPr lang="en-US" sz="1200" b="1" kern="1200" dirty="0"/>
            <a:t> </a:t>
          </a:r>
          <a:r>
            <a:rPr lang="en-US" sz="1200" b="1" kern="1200" dirty="0" err="1"/>
            <a:t>selalu</a:t>
          </a:r>
          <a:r>
            <a:rPr lang="en-US" sz="1200" b="1" kern="1200" dirty="0"/>
            <a:t> </a:t>
          </a:r>
          <a:r>
            <a:rPr lang="en-US" sz="1200" b="1" kern="1200" dirty="0" err="1"/>
            <a:t>menjadi</a:t>
          </a:r>
          <a:r>
            <a:rPr lang="en-US" sz="1200" b="1" kern="1200" dirty="0"/>
            <a:t> </a:t>
          </a:r>
          <a:r>
            <a:rPr lang="en-US" sz="1200" b="1" kern="1200" dirty="0" err="1"/>
            <a:t>angka</a:t>
          </a:r>
          <a:r>
            <a:rPr lang="en-US" sz="1200" b="1" kern="1200" dirty="0"/>
            <a:t> </a:t>
          </a:r>
          <a:r>
            <a:rPr lang="en-US" sz="1200" b="1" kern="1200" dirty="0" err="1"/>
            <a:t>signifikan</a:t>
          </a:r>
          <a:r>
            <a:rPr lang="en-US" sz="1200" b="1" kern="1200" dirty="0"/>
            <a:t>.</a:t>
          </a:r>
        </a:p>
      </dsp:txBody>
      <dsp:txXfrm>
        <a:off x="7758464" y="1178"/>
        <a:ext cx="2174490" cy="1304694"/>
      </dsp:txXfrm>
    </dsp:sp>
    <dsp:sp modelId="{2D142336-ED2C-48E8-802D-C324C2AA813D}">
      <dsp:nvSpPr>
        <dsp:cNvPr id="0" name=""/>
        <dsp:cNvSpPr/>
      </dsp:nvSpPr>
      <dsp:spPr>
        <a:xfrm>
          <a:off x="582645" y="1523321"/>
          <a:ext cx="2174490" cy="1304694"/>
        </a:xfrm>
        <a:prstGeom prst="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41910" tIns="41910" rIns="41910" bIns="41910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 dirty="0" err="1"/>
            <a:t>Contoh</a:t>
          </a:r>
          <a:r>
            <a:rPr lang="en-US" sz="1100" kern="1200" dirty="0"/>
            <a:t> : </a:t>
          </a:r>
        </a:p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 dirty="0"/>
            <a:t>a. 0,000123 → </a:t>
          </a:r>
          <a:r>
            <a:rPr lang="en-US" sz="1100" kern="1200" dirty="0" err="1"/>
            <a:t>mengandung</a:t>
          </a:r>
          <a:r>
            <a:rPr lang="en-US" sz="1100" kern="1200" dirty="0"/>
            <a:t> 3 AS (</a:t>
          </a:r>
          <a:r>
            <a:rPr lang="en-US" sz="1100" kern="1200" dirty="0" err="1"/>
            <a:t>nol</a:t>
          </a:r>
          <a:r>
            <a:rPr lang="en-US" sz="1100" kern="1200" dirty="0"/>
            <a:t> </a:t>
          </a:r>
          <a:r>
            <a:rPr lang="en-US" sz="1100" kern="1200" dirty="0" err="1"/>
            <a:t>bukan</a:t>
          </a:r>
          <a:r>
            <a:rPr lang="en-US" sz="1100" kern="1200" dirty="0"/>
            <a:t> AS) b. 0,00123 → </a:t>
          </a:r>
          <a:r>
            <a:rPr lang="en-US" sz="1100" kern="1200" dirty="0" err="1"/>
            <a:t>mengandung</a:t>
          </a:r>
          <a:r>
            <a:rPr lang="en-US" sz="1100" kern="1200" dirty="0"/>
            <a:t> 3 AS (</a:t>
          </a:r>
          <a:r>
            <a:rPr lang="en-US" sz="1100" kern="1200" dirty="0" err="1"/>
            <a:t>nol</a:t>
          </a:r>
          <a:r>
            <a:rPr lang="en-US" sz="1100" kern="1200" dirty="0"/>
            <a:t> </a:t>
          </a:r>
          <a:r>
            <a:rPr lang="en-US" sz="1100" kern="1200" dirty="0" err="1"/>
            <a:t>bukan</a:t>
          </a:r>
          <a:r>
            <a:rPr lang="en-US" sz="1100" kern="1200" dirty="0"/>
            <a:t> AS) c. 12.300 → </a:t>
          </a:r>
          <a:r>
            <a:rPr lang="en-US" sz="1100" kern="1200" dirty="0" err="1"/>
            <a:t>tidak</a:t>
          </a:r>
          <a:r>
            <a:rPr lang="en-US" sz="1100" kern="1200" dirty="0"/>
            <a:t> </a:t>
          </a:r>
          <a:r>
            <a:rPr lang="en-US" sz="1100" kern="1200" dirty="0" err="1"/>
            <a:t>jelas</a:t>
          </a:r>
          <a:r>
            <a:rPr lang="en-US" sz="1100" kern="1200" dirty="0"/>
            <a:t> </a:t>
          </a:r>
          <a:r>
            <a:rPr lang="en-US" sz="1100" kern="1200" dirty="0" err="1"/>
            <a:t>berapa</a:t>
          </a:r>
          <a:r>
            <a:rPr lang="en-US" sz="1100" kern="1200" dirty="0"/>
            <a:t> AS </a:t>
          </a:r>
          <a:r>
            <a:rPr lang="en-US" sz="1100" kern="1200" dirty="0" err="1"/>
            <a:t>karena</a:t>
          </a:r>
          <a:r>
            <a:rPr lang="en-US" sz="1100" kern="1200" dirty="0"/>
            <a:t> </a:t>
          </a:r>
          <a:r>
            <a:rPr lang="en-US" sz="1100" kern="1200" dirty="0" err="1"/>
            <a:t>masih</a:t>
          </a:r>
          <a:r>
            <a:rPr lang="en-US" sz="1100" kern="1200" dirty="0"/>
            <a:t> </a:t>
          </a:r>
          <a:r>
            <a:rPr lang="en-US" sz="1100" kern="1200" dirty="0" err="1"/>
            <a:t>dipertanyakan</a:t>
          </a:r>
          <a:r>
            <a:rPr lang="en-US" sz="1100" kern="1200" dirty="0"/>
            <a:t> </a:t>
          </a:r>
          <a:r>
            <a:rPr lang="en-US" sz="1100" kern="1200" dirty="0" err="1"/>
            <a:t>nol</a:t>
          </a:r>
          <a:r>
            <a:rPr lang="en-US" sz="1100" kern="1200" dirty="0"/>
            <a:t> </a:t>
          </a:r>
          <a:r>
            <a:rPr lang="en-US" sz="1100" kern="1200" dirty="0" err="1"/>
            <a:t>berarti</a:t>
          </a:r>
          <a:r>
            <a:rPr lang="en-US" sz="1100" kern="1200" dirty="0"/>
            <a:t> </a:t>
          </a:r>
          <a:r>
            <a:rPr lang="en-US" sz="1100" kern="1200" dirty="0" err="1"/>
            <a:t>atau</a:t>
          </a:r>
          <a:r>
            <a:rPr lang="en-US" sz="1100" kern="1200" dirty="0"/>
            <a:t> </a:t>
          </a:r>
          <a:r>
            <a:rPr lang="en-US" sz="1100" kern="1200" dirty="0" err="1"/>
            <a:t>tidak</a:t>
          </a:r>
          <a:endParaRPr lang="en-US" sz="1100" kern="1200" dirty="0"/>
        </a:p>
      </dsp:txBody>
      <dsp:txXfrm>
        <a:off x="582645" y="1523321"/>
        <a:ext cx="2174490" cy="1304694"/>
      </dsp:txXfrm>
    </dsp:sp>
    <dsp:sp modelId="{CBA3C543-8C69-4B7A-9B78-F690739AC006}">
      <dsp:nvSpPr>
        <dsp:cNvPr id="0" name=""/>
        <dsp:cNvSpPr/>
      </dsp:nvSpPr>
      <dsp:spPr>
        <a:xfrm>
          <a:off x="2974584" y="1523321"/>
          <a:ext cx="2174490" cy="1304694"/>
        </a:xfrm>
        <a:prstGeom prst="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b="1" kern="1200" dirty="0"/>
            <a:t>5. </a:t>
          </a:r>
          <a:r>
            <a:rPr lang="en-US" sz="1200" b="1" kern="1200" dirty="0" err="1"/>
            <a:t>Ketidakpastian</a:t>
          </a:r>
          <a:r>
            <a:rPr lang="en-US" sz="1200" b="1" kern="1200" dirty="0"/>
            <a:t> → </a:t>
          </a:r>
          <a:r>
            <a:rPr lang="en-US" sz="1200" b="1" kern="1200" dirty="0" err="1"/>
            <a:t>kepastian</a:t>
          </a:r>
          <a:r>
            <a:rPr lang="en-US" sz="1200" b="1" kern="1200" dirty="0"/>
            <a:t> </a:t>
          </a:r>
          <a:r>
            <a:rPr lang="en-US" sz="1200" b="1" kern="1200" dirty="0" err="1"/>
            <a:t>jika</a:t>
          </a:r>
          <a:r>
            <a:rPr lang="en-US" sz="1200" b="1" kern="1200" dirty="0"/>
            <a:t> </a:t>
          </a:r>
          <a:r>
            <a:rPr lang="en-US" sz="1200" b="1" kern="1200" dirty="0" err="1"/>
            <a:t>digunakan</a:t>
          </a:r>
          <a:r>
            <a:rPr lang="en-US" sz="1200" b="1" kern="1200" dirty="0"/>
            <a:t> </a:t>
          </a:r>
          <a:r>
            <a:rPr lang="en-US" sz="1200" b="1" kern="1200" dirty="0" err="1"/>
            <a:t>notasi</a:t>
          </a:r>
          <a:r>
            <a:rPr lang="en-US" sz="1200" b="1" kern="1200" dirty="0"/>
            <a:t> </a:t>
          </a:r>
          <a:r>
            <a:rPr lang="en-US" sz="1200" b="1" kern="1200" dirty="0" err="1"/>
            <a:t>ilmiah</a:t>
          </a:r>
          <a:endParaRPr lang="en-US" sz="1200" b="1" kern="1200" dirty="0"/>
        </a:p>
      </dsp:txBody>
      <dsp:txXfrm>
        <a:off x="2974584" y="1523321"/>
        <a:ext cx="2174490" cy="1304694"/>
      </dsp:txXfrm>
    </dsp:sp>
    <dsp:sp modelId="{C3EE1A2D-1620-4A5B-BA48-432C0E41F85F}">
      <dsp:nvSpPr>
        <dsp:cNvPr id="0" name=""/>
        <dsp:cNvSpPr/>
      </dsp:nvSpPr>
      <dsp:spPr>
        <a:xfrm>
          <a:off x="5366524" y="1523321"/>
          <a:ext cx="2174490" cy="1304694"/>
        </a:xfrm>
        <a:prstGeom prst="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41910" tIns="41910" rIns="41910" bIns="41910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/>
            <a:t>a. 1.23 x 104 → mengandung 3 AS (memakai notasi ilmiah)</a:t>
          </a:r>
        </a:p>
      </dsp:txBody>
      <dsp:txXfrm>
        <a:off x="5366524" y="1523321"/>
        <a:ext cx="2174490" cy="1304694"/>
      </dsp:txXfrm>
    </dsp:sp>
    <dsp:sp modelId="{A4A8620B-1F0D-46F6-849C-8CE6D7D1B8FA}">
      <dsp:nvSpPr>
        <dsp:cNvPr id="0" name=""/>
        <dsp:cNvSpPr/>
      </dsp:nvSpPr>
      <dsp:spPr>
        <a:xfrm>
          <a:off x="7758464" y="1523321"/>
          <a:ext cx="2174490" cy="1304694"/>
        </a:xfrm>
        <a:prstGeom prst="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41910" tIns="41910" rIns="41910" bIns="41910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/>
            <a:t>b. 1,230 x 104 → mengandung 4 AS (memakai notasi ilmiah)</a:t>
          </a:r>
        </a:p>
      </dsp:txBody>
      <dsp:txXfrm>
        <a:off x="7758464" y="1523321"/>
        <a:ext cx="2174490" cy="1304694"/>
      </dsp:txXfrm>
    </dsp:sp>
    <dsp:sp modelId="{168C7B95-7973-436D-B798-B525213D469C}">
      <dsp:nvSpPr>
        <dsp:cNvPr id="0" name=""/>
        <dsp:cNvSpPr/>
      </dsp:nvSpPr>
      <dsp:spPr>
        <a:xfrm>
          <a:off x="4170554" y="3045465"/>
          <a:ext cx="2174490" cy="1304694"/>
        </a:xfrm>
        <a:prstGeom prst="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41910" tIns="41910" rIns="41910" bIns="41910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/>
            <a:t>c. 1,2300 x 104 → mengandung 5 AS (memakai notasi ilmiah)</a:t>
          </a:r>
        </a:p>
      </dsp:txBody>
      <dsp:txXfrm>
        <a:off x="4170554" y="3045465"/>
        <a:ext cx="2174490" cy="1304694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5B11308-2F36-46B5-8EDD-A910DAE6D7EF}">
      <dsp:nvSpPr>
        <dsp:cNvPr id="0" name=""/>
        <dsp:cNvSpPr/>
      </dsp:nvSpPr>
      <dsp:spPr>
        <a:xfrm>
          <a:off x="0" y="2492"/>
          <a:ext cx="6671777" cy="0"/>
        </a:xfrm>
        <a:prstGeom prst="lin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33A4302-06FA-4CC0-85B0-EC04F1EB365D}">
      <dsp:nvSpPr>
        <dsp:cNvPr id="0" name=""/>
        <dsp:cNvSpPr/>
      </dsp:nvSpPr>
      <dsp:spPr>
        <a:xfrm>
          <a:off x="0" y="2492"/>
          <a:ext cx="6671777" cy="170013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6680" tIns="106680" rIns="106680" bIns="106680" numCol="1" spcCol="1270" anchor="t" anchorCtr="0">
          <a:noAutofit/>
        </a:bodyPr>
        <a:lstStyle/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b="0" i="0" kern="1200" baseline="0" dirty="0"/>
            <a:t>1. </a:t>
          </a:r>
          <a:r>
            <a:rPr lang="en-US" sz="2800" b="0" i="0" kern="1200" baseline="0" dirty="0" err="1"/>
            <a:t>Kesalahan</a:t>
          </a:r>
          <a:r>
            <a:rPr lang="en-US" sz="2800" b="0" i="0" kern="1200" baseline="0" dirty="0"/>
            <a:t> </a:t>
          </a:r>
          <a:r>
            <a:rPr lang="en-US" sz="2800" b="0" i="0" kern="1200" baseline="0" dirty="0" err="1"/>
            <a:t>Manusia</a:t>
          </a:r>
          <a:r>
            <a:rPr lang="en-US" sz="2800" b="0" i="0" kern="1200" baseline="0" dirty="0"/>
            <a:t> (</a:t>
          </a:r>
          <a:r>
            <a:rPr lang="en-US" sz="2800" b="0" i="1" kern="1200" baseline="0" dirty="0"/>
            <a:t>human error)</a:t>
          </a:r>
        </a:p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2800" b="0" i="0" kern="1200" baseline="0" dirty="0"/>
        </a:p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b="0" i="0" kern="1200" baseline="0" dirty="0"/>
            <a:t>2. </a:t>
          </a:r>
          <a:r>
            <a:rPr lang="en-US" sz="2800" b="0" i="0" kern="1200" baseline="0" dirty="0" err="1"/>
            <a:t>Kesalahan</a:t>
          </a:r>
          <a:r>
            <a:rPr lang="en-US" sz="2800" b="0" i="0" kern="1200" baseline="0" dirty="0"/>
            <a:t> </a:t>
          </a:r>
          <a:r>
            <a:rPr lang="en-US" sz="2800" b="0" i="0" kern="1200" baseline="0" dirty="0" err="1"/>
            <a:t>Bawaan</a:t>
          </a:r>
          <a:r>
            <a:rPr lang="en-US" sz="2800" b="0" i="0" kern="1200" baseline="0" dirty="0"/>
            <a:t> (</a:t>
          </a:r>
          <a:r>
            <a:rPr lang="en-US" sz="2800" b="0" i="1" kern="1200" baseline="0" dirty="0"/>
            <a:t>inherent error</a:t>
          </a:r>
          <a:r>
            <a:rPr lang="en-US" sz="2800" b="0" i="0" kern="1200" baseline="0" dirty="0"/>
            <a:t>)</a:t>
          </a:r>
          <a:endParaRPr lang="en-US" sz="2800" kern="1200" dirty="0"/>
        </a:p>
      </dsp:txBody>
      <dsp:txXfrm>
        <a:off x="0" y="2492"/>
        <a:ext cx="6671777" cy="1700138"/>
      </dsp:txXfrm>
    </dsp:sp>
    <dsp:sp modelId="{829AE689-0344-410F-B884-6685425E02A1}">
      <dsp:nvSpPr>
        <dsp:cNvPr id="0" name=""/>
        <dsp:cNvSpPr/>
      </dsp:nvSpPr>
      <dsp:spPr>
        <a:xfrm>
          <a:off x="0" y="1702630"/>
          <a:ext cx="6671777" cy="0"/>
        </a:xfrm>
        <a:prstGeom prst="line">
          <a:avLst/>
        </a:prstGeom>
        <a:solidFill>
          <a:schemeClr val="accent2">
            <a:hueOff val="-727682"/>
            <a:satOff val="-41964"/>
            <a:lumOff val="4314"/>
            <a:alphaOff val="0"/>
          </a:schemeClr>
        </a:solidFill>
        <a:ln w="12700" cap="flat" cmpd="sng" algn="ctr">
          <a:solidFill>
            <a:schemeClr val="accent2">
              <a:hueOff val="-727682"/>
              <a:satOff val="-41964"/>
              <a:lumOff val="4314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6795C78-88E7-41BD-90C6-8EB742FBF78F}">
      <dsp:nvSpPr>
        <dsp:cNvPr id="0" name=""/>
        <dsp:cNvSpPr/>
      </dsp:nvSpPr>
      <dsp:spPr>
        <a:xfrm>
          <a:off x="0" y="1702630"/>
          <a:ext cx="6671777" cy="170013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6680" tIns="106680" rIns="106680" bIns="106680" numCol="1" spcCol="1270" anchor="t" anchorCtr="0">
          <a:noAutofit/>
        </a:bodyPr>
        <a:lstStyle/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2800" b="0" i="0" kern="1200" baseline="0" dirty="0"/>
        </a:p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b="0" i="0" kern="1200" baseline="0" dirty="0"/>
            <a:t>3. </a:t>
          </a:r>
          <a:r>
            <a:rPr lang="en-US" sz="2800" b="0" i="0" kern="1200" baseline="0" dirty="0" err="1"/>
            <a:t>Kesalahan</a:t>
          </a:r>
          <a:r>
            <a:rPr lang="en-US" sz="2800" b="0" i="0" kern="1200" baseline="0" dirty="0"/>
            <a:t> </a:t>
          </a:r>
          <a:r>
            <a:rPr lang="en-US" sz="2800" b="0" i="0" kern="1200" baseline="0" dirty="0" err="1"/>
            <a:t>Pembulatan</a:t>
          </a:r>
          <a:r>
            <a:rPr lang="en-US" sz="2800" b="0" i="0" kern="1200" baseline="0" dirty="0"/>
            <a:t> (</a:t>
          </a:r>
          <a:r>
            <a:rPr lang="en-US" sz="2800" b="0" i="1" kern="1200" baseline="0" dirty="0"/>
            <a:t>truncation error</a:t>
          </a:r>
          <a:r>
            <a:rPr lang="en-US" sz="2800" b="0" i="0" kern="1200" baseline="0" dirty="0"/>
            <a:t>)</a:t>
          </a:r>
          <a:endParaRPr lang="en-US" sz="2800" kern="1200" dirty="0"/>
        </a:p>
      </dsp:txBody>
      <dsp:txXfrm>
        <a:off x="0" y="1702630"/>
        <a:ext cx="6671777" cy="1700138"/>
      </dsp:txXfrm>
    </dsp:sp>
    <dsp:sp modelId="{0CCAB259-4024-4520-B0A8-D1ED8FA84091}">
      <dsp:nvSpPr>
        <dsp:cNvPr id="0" name=""/>
        <dsp:cNvSpPr/>
      </dsp:nvSpPr>
      <dsp:spPr>
        <a:xfrm>
          <a:off x="0" y="3402769"/>
          <a:ext cx="6671777" cy="0"/>
        </a:xfrm>
        <a:prstGeom prst="line">
          <a:avLst/>
        </a:prstGeom>
        <a:solidFill>
          <a:schemeClr val="accent2">
            <a:hueOff val="-1455363"/>
            <a:satOff val="-83928"/>
            <a:lumOff val="8628"/>
            <a:alphaOff val="0"/>
          </a:schemeClr>
        </a:solidFill>
        <a:ln w="12700" cap="flat" cmpd="sng" algn="ctr">
          <a:solidFill>
            <a:schemeClr val="accent2">
              <a:hueOff val="-1455363"/>
              <a:satOff val="-83928"/>
              <a:lumOff val="8628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876F6A0-5887-41FA-8FBC-3C82DAA2BDB1}">
      <dsp:nvSpPr>
        <dsp:cNvPr id="0" name=""/>
        <dsp:cNvSpPr/>
      </dsp:nvSpPr>
      <dsp:spPr>
        <a:xfrm>
          <a:off x="0" y="3402769"/>
          <a:ext cx="6671777" cy="170013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6680" tIns="106680" rIns="106680" bIns="106680" numCol="1" spcCol="1270" anchor="t" anchorCtr="0">
          <a:noAutofit/>
        </a:bodyPr>
        <a:lstStyle/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b="0" i="0" kern="1200" baseline="0" dirty="0"/>
            <a:t>4. </a:t>
          </a:r>
          <a:r>
            <a:rPr lang="en-US" sz="2800" b="0" i="0" kern="1200" baseline="0" dirty="0" err="1"/>
            <a:t>Kesalahan</a:t>
          </a:r>
          <a:r>
            <a:rPr lang="en-US" sz="2800" b="0" i="0" kern="1200" baseline="0" dirty="0"/>
            <a:t> </a:t>
          </a:r>
          <a:r>
            <a:rPr lang="en-US" sz="2800" b="0" i="0" kern="1200" baseline="0" dirty="0" err="1"/>
            <a:t>Pemotongan</a:t>
          </a:r>
          <a:r>
            <a:rPr lang="en-US" sz="2800" b="0" i="0" kern="1200" baseline="0" dirty="0"/>
            <a:t> (</a:t>
          </a:r>
          <a:r>
            <a:rPr lang="en-US" sz="2800" b="0" i="1" kern="1200" baseline="0" dirty="0"/>
            <a:t>round-off error</a:t>
          </a:r>
          <a:r>
            <a:rPr lang="en-US" sz="2800" b="0" i="0" kern="1200" baseline="0" dirty="0"/>
            <a:t>)</a:t>
          </a:r>
          <a:endParaRPr lang="en-US" sz="2800" kern="1200" dirty="0"/>
        </a:p>
      </dsp:txBody>
      <dsp:txXfrm>
        <a:off x="0" y="3402769"/>
        <a:ext cx="6671777" cy="1700138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5/8/layout/default">
  <dgm:title val=""/>
  <dgm:desc val=""/>
  <dgm:catLst>
    <dgm:cat type="list" pri="4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func="var" arg="dir" op="equ" val="norm">
        <dgm:alg type="snake">
          <dgm:param type="grDir" val="tL"/>
          <dgm:param type="flowDir" val="row"/>
          <dgm:param type="contDir" val="sameDir"/>
          <dgm:param type="off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node" refType="w"/>
      <dgm:constr type="h" for="ch" forName="node" refType="w" refFor="ch" refForName="node" fact="0.6"/>
      <dgm:constr type="w" for="ch" forName="sibTrans" refType="w" refFor="ch" refForName="node" fact="0.1"/>
      <dgm:constr type="sp" refType="w" refFor="ch" refForName="sibTrans"/>
      <dgm:constr type="primFontSz" for="ch" forName="node" op="equ" val="65"/>
    </dgm:constrLst>
    <dgm:ruleLst/>
    <dgm:forEach name="Name3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2">
  <dgm:title val=""/>
  <dgm:desc val=""/>
  <dgm:catLst>
    <dgm:cat type="simple" pri="102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8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D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E9F9C41-3D6D-40DA-A817-544FF813B30C}" type="datetimeFigureOut">
              <a:rPr lang="en-ID" smtClean="0"/>
              <a:t>03/09/2021</a:t>
            </a:fld>
            <a:endParaRPr lang="en-ID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D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D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E8010C8-ABB4-48BA-AA1C-2D0B09E87356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88096674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DDA1FDA-4F84-4036-AEF0-0ADFB233BBC5}" type="slidenum">
              <a:rPr lang="en-GB" smtClean="0"/>
              <a:t>3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52892281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DDA1FDA-4F84-4036-AEF0-0ADFB233BBC5}" type="slidenum">
              <a:rPr lang="en-GB" smtClean="0"/>
              <a:t>4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029424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DDA1FDA-4F84-4036-AEF0-0ADFB233BBC5}" type="slidenum">
              <a:rPr lang="en-GB" smtClean="0"/>
              <a:t>5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7739520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DDA1FDA-4F84-4036-AEF0-0ADFB233BBC5}" type="slidenum">
              <a:rPr lang="en-GB" smtClean="0"/>
              <a:t>11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895576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DDA1FDA-4F84-4036-AEF0-0ADFB233BBC5}" type="slidenum">
              <a:rPr lang="en-GB" smtClean="0"/>
              <a:t>12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61123537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DDA1FDA-4F84-4036-AEF0-0ADFB233BBC5}" type="slidenum">
              <a:rPr lang="en-GB" smtClean="0"/>
              <a:t>15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00908136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DDA1FDA-4F84-4036-AEF0-0ADFB233BBC5}" type="slidenum">
              <a:rPr lang="en-GB" smtClean="0"/>
              <a:t>16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1883945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DDA1FDA-4F84-4036-AEF0-0ADFB233BBC5}" type="slidenum">
              <a:rPr lang="en-GB" smtClean="0"/>
              <a:t>17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5336735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DDA1FDA-4F84-4036-AEF0-0ADFB233BBC5}" type="slidenum">
              <a:rPr lang="en-GB" smtClean="0"/>
              <a:t>18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04080897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DDA1FDA-4F84-4036-AEF0-0ADFB233BBC5}" type="slidenum">
              <a:rPr lang="en-GB" smtClean="0"/>
              <a:t>19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65144306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EBA360-16FD-48D7-AA37-D01665392D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288204324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EBA360-16FD-48D7-AA37-D01665392D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12588658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9/3/2021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468232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D6A74D-1C8D-4400-A44B-18C61420D4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4161360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4314F5-9B88-4A10-889F-F5ED679835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238661381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9F2F78-41F6-4DBD-A49B-20619A8622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311358219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C3B74E-CCD6-46A2-96AD-0288887844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51396385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2CF78D-0AC0-4E71-8350-3BC2A8E430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341578502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theme" Target="../theme/theme2.xml"/><Relationship Id="rId7" Type="http://schemas.openxmlformats.org/officeDocument/2006/relationships/image" Target="../media/image1.png"/><Relationship Id="rId2" Type="http://schemas.openxmlformats.org/officeDocument/2006/relationships/slideLayout" Target="../slideLayouts/slideLayout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Masters/_rels/slideMaster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theme" Target="../theme/theme3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5.png"/></Relationships>
</file>

<file path=ppt/slideMasters/_rels/slideMaster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theme" Target="../theme/theme4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5.png"/></Relationships>
</file>

<file path=ppt/slideMasters/_rels/slideMaster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theme" Target="../theme/theme5.xml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5.png"/><Relationship Id="rId4" Type="http://schemas.openxmlformats.org/officeDocument/2006/relationships/image" Target="../media/image1.png"/></Relationships>
</file>

<file path=ppt/slideMasters/_rels/slideMaster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theme" Target="../theme/theme6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png"/></Relationships>
</file>

<file path=ppt/slideMasters/_rels/slideMaster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theme" Target="../theme/theme7.xml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5.png"/><Relationship Id="rId4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F6310508-6870-44FB-B67F-C3F1350DB66D}"/>
              </a:ext>
            </a:extLst>
          </p:cNvPr>
          <p:cNvSpPr/>
          <p:nvPr userDrawn="1"/>
        </p:nvSpPr>
        <p:spPr>
          <a:xfrm>
            <a:off x="0" y="1"/>
            <a:ext cx="12192000" cy="1204466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 dirty="0">
              <a:solidFill>
                <a:schemeClr val="tx1"/>
              </a:solidFill>
            </a:endParaRPr>
          </a:p>
          <a:p>
            <a:pPr algn="ctr"/>
            <a:r>
              <a:rPr lang="en-US" sz="2000" dirty="0">
                <a:solidFill>
                  <a:schemeClr val="tx1"/>
                </a:solidFill>
              </a:rPr>
              <a:t> </a:t>
            </a:r>
            <a:endParaRPr lang="en-ID" sz="2000" dirty="0">
              <a:solidFill>
                <a:schemeClr val="tx1"/>
              </a:solidFill>
            </a:endParaRP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222E1FA6-9BAA-48F7-9B48-E78A7FC60C74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642" y="38924"/>
            <a:ext cx="1119282" cy="1086491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6456D31B-DA89-4FCC-A0CF-973CBA8BD493}"/>
              </a:ext>
            </a:extLst>
          </p:cNvPr>
          <p:cNvSpPr txBox="1"/>
          <p:nvPr userDrawn="1"/>
        </p:nvSpPr>
        <p:spPr>
          <a:xfrm>
            <a:off x="1218924" y="166670"/>
            <a:ext cx="5886103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2400" dirty="0"/>
              <a:t>PROGRAM STUDI S1 TEKNIK INFORMATIKA</a:t>
            </a:r>
            <a:br>
              <a:rPr lang="en-US" sz="2400" dirty="0"/>
            </a:br>
            <a:r>
              <a:rPr lang="en-US" sz="2400" dirty="0"/>
              <a:t>UNIVERSITAS PAMULANG</a:t>
            </a:r>
            <a:endParaRPr lang="en-ID" sz="24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960A43D-3921-41B8-B4DC-C239EAEA8479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48352" y="0"/>
            <a:ext cx="2143648" cy="1205802"/>
          </a:xfrm>
          <a:prstGeom prst="rect">
            <a:avLst/>
          </a:prstGeom>
        </p:spPr>
      </p:pic>
      <p:sp>
        <p:nvSpPr>
          <p:cNvPr id="6" name="Title Placeholder 5">
            <a:extLst>
              <a:ext uri="{FF2B5EF4-FFF2-40B4-BE49-F238E27FC236}">
                <a16:creationId xmlns:a16="http://schemas.microsoft.com/office/drawing/2014/main" id="{36AE1D4B-E2EF-47C4-A1A7-5689711E6F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204467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Flowchart: Process 2">
            <a:extLst>
              <a:ext uri="{FF2B5EF4-FFF2-40B4-BE49-F238E27FC236}">
                <a16:creationId xmlns:a16="http://schemas.microsoft.com/office/drawing/2014/main" id="{59788E57-52DB-4E2B-A81F-D18E71DA02CB}"/>
              </a:ext>
            </a:extLst>
          </p:cNvPr>
          <p:cNvSpPr/>
          <p:nvPr userDrawn="1"/>
        </p:nvSpPr>
        <p:spPr>
          <a:xfrm>
            <a:off x="0" y="6360607"/>
            <a:ext cx="12192000" cy="497393"/>
          </a:xfrm>
          <a:prstGeom prst="flowChartProcess">
            <a:avLst/>
          </a:prstGeom>
          <a:solidFill>
            <a:schemeClr val="accent6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EE8BF5A5-79AC-4428-A4CF-F44278AA4D6F}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47255" y="6422940"/>
            <a:ext cx="453018" cy="439110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0F13C787-49DC-45B2-99DA-FD9DF4541EF2}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642" y="6419057"/>
            <a:ext cx="380491" cy="380491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AC0EC3BD-0F33-4AAF-A3A2-953764A0D99A}"/>
              </a:ext>
            </a:extLst>
          </p:cNvPr>
          <p:cNvSpPr txBox="1"/>
          <p:nvPr userDrawn="1"/>
        </p:nvSpPr>
        <p:spPr>
          <a:xfrm>
            <a:off x="480133" y="6412026"/>
            <a:ext cx="179363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/>
              <a:t>InfoTI_unpam</a:t>
            </a:r>
            <a:endParaRPr lang="en-ID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60CFA357-EB7B-4C90-B08D-FF68109B966A}"/>
              </a:ext>
            </a:extLst>
          </p:cNvPr>
          <p:cNvSpPr txBox="1"/>
          <p:nvPr userDrawn="1"/>
        </p:nvSpPr>
        <p:spPr>
          <a:xfrm>
            <a:off x="2527388" y="6412026"/>
            <a:ext cx="269775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informatika.unpam.ac.id</a:t>
            </a:r>
            <a:endParaRPr lang="en-ID" dirty="0"/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C10FF8DC-21DB-400A-A27F-9751868D2AFC}"/>
              </a:ext>
            </a:extLst>
          </p:cNvPr>
          <p:cNvPicPr>
            <a:picLocks noChangeAspect="1"/>
          </p:cNvPicPr>
          <p:nvPr userDrawn="1"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43996" y="6412026"/>
            <a:ext cx="648362" cy="4587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8131024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5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Placeholder 5">
            <a:extLst>
              <a:ext uri="{FF2B5EF4-FFF2-40B4-BE49-F238E27FC236}">
                <a16:creationId xmlns:a16="http://schemas.microsoft.com/office/drawing/2014/main" id="{36AE1D4B-E2EF-47C4-A1A7-5689711E6F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204467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Flowchart: Process 2">
            <a:extLst>
              <a:ext uri="{FF2B5EF4-FFF2-40B4-BE49-F238E27FC236}">
                <a16:creationId xmlns:a16="http://schemas.microsoft.com/office/drawing/2014/main" id="{59788E57-52DB-4E2B-A81F-D18E71DA02CB}"/>
              </a:ext>
            </a:extLst>
          </p:cNvPr>
          <p:cNvSpPr/>
          <p:nvPr userDrawn="1"/>
        </p:nvSpPr>
        <p:spPr>
          <a:xfrm>
            <a:off x="0" y="6360607"/>
            <a:ext cx="12192000" cy="497393"/>
          </a:xfrm>
          <a:prstGeom prst="flowChartProcess">
            <a:avLst/>
          </a:prstGeom>
          <a:solidFill>
            <a:schemeClr val="accent6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EE8BF5A5-79AC-4428-A4CF-F44278AA4D6F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47255" y="6422940"/>
            <a:ext cx="453018" cy="439110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0F13C787-49DC-45B2-99DA-FD9DF4541EF2}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642" y="6419057"/>
            <a:ext cx="380491" cy="380491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AC0EC3BD-0F33-4AAF-A3A2-953764A0D99A}"/>
              </a:ext>
            </a:extLst>
          </p:cNvPr>
          <p:cNvSpPr txBox="1"/>
          <p:nvPr userDrawn="1"/>
        </p:nvSpPr>
        <p:spPr>
          <a:xfrm>
            <a:off x="480133" y="6412026"/>
            <a:ext cx="179363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/>
              <a:t>InfoTI_unpam</a:t>
            </a:r>
            <a:endParaRPr lang="en-ID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60CFA357-EB7B-4C90-B08D-FF68109B966A}"/>
              </a:ext>
            </a:extLst>
          </p:cNvPr>
          <p:cNvSpPr txBox="1"/>
          <p:nvPr userDrawn="1"/>
        </p:nvSpPr>
        <p:spPr>
          <a:xfrm>
            <a:off x="2527388" y="6412026"/>
            <a:ext cx="269775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informatika.unpam.ac.id</a:t>
            </a:r>
            <a:endParaRPr lang="en-ID" dirty="0"/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C10FF8DC-21DB-400A-A27F-9751868D2AFC}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43996" y="6412026"/>
            <a:ext cx="648362" cy="458733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70E9772E-AF4F-4C17-B477-D78352308CB6}"/>
              </a:ext>
            </a:extLst>
          </p:cNvPr>
          <p:cNvPicPr>
            <a:picLocks noChangeAspect="1"/>
          </p:cNvPicPr>
          <p:nvPr userDrawn="1"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31590" y="6366986"/>
            <a:ext cx="512406" cy="4973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9186166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2" r:id="rId1"/>
    <p:sldLayoutId id="2147483703" r:id="rId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ight Triangle 8">
            <a:extLst>
              <a:ext uri="{FF2B5EF4-FFF2-40B4-BE49-F238E27FC236}">
                <a16:creationId xmlns:a16="http://schemas.microsoft.com/office/drawing/2014/main" id="{0FE1B4E5-ADBE-44E9-94B8-12353259E240}"/>
              </a:ext>
            </a:extLst>
          </p:cNvPr>
          <p:cNvSpPr/>
          <p:nvPr userDrawn="1"/>
        </p:nvSpPr>
        <p:spPr>
          <a:xfrm rot="16200000">
            <a:off x="10209964" y="4875960"/>
            <a:ext cx="1884065" cy="2080010"/>
          </a:xfrm>
          <a:prstGeom prst="rtTriangle">
            <a:avLst/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F6310508-6870-44FB-B67F-C3F1350DB66D}"/>
              </a:ext>
            </a:extLst>
          </p:cNvPr>
          <p:cNvSpPr/>
          <p:nvPr userDrawn="1"/>
        </p:nvSpPr>
        <p:spPr>
          <a:xfrm>
            <a:off x="0" y="6211614"/>
            <a:ext cx="12192000" cy="646385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 dirty="0">
              <a:solidFill>
                <a:schemeClr val="tx1"/>
              </a:solidFill>
            </a:endParaRPr>
          </a:p>
          <a:p>
            <a:pPr algn="ctr"/>
            <a:r>
              <a:rPr lang="en-US" sz="2000" dirty="0">
                <a:solidFill>
                  <a:schemeClr val="tx1"/>
                </a:solidFill>
              </a:rPr>
              <a:t>Program </a:t>
            </a:r>
            <a:r>
              <a:rPr lang="en-US" sz="2000" dirty="0" err="1">
                <a:solidFill>
                  <a:schemeClr val="tx1"/>
                </a:solidFill>
              </a:rPr>
              <a:t>Studi</a:t>
            </a:r>
            <a:r>
              <a:rPr lang="en-US" sz="2000" dirty="0">
                <a:solidFill>
                  <a:schemeClr val="tx1"/>
                </a:solidFill>
              </a:rPr>
              <a:t> Teknik </a:t>
            </a:r>
            <a:r>
              <a:rPr lang="en-US" sz="2000" dirty="0" err="1">
                <a:solidFill>
                  <a:schemeClr val="tx1"/>
                </a:solidFill>
              </a:rPr>
              <a:t>Informatika</a:t>
            </a:r>
            <a:r>
              <a:rPr lang="en-US" sz="2000" dirty="0">
                <a:solidFill>
                  <a:schemeClr val="tx1"/>
                </a:solidFill>
              </a:rPr>
              <a:t>, Universitas </a:t>
            </a:r>
            <a:r>
              <a:rPr lang="en-US" sz="2000" dirty="0" err="1">
                <a:solidFill>
                  <a:schemeClr val="tx1"/>
                </a:solidFill>
              </a:rPr>
              <a:t>Pamulang</a:t>
            </a:r>
            <a:endParaRPr lang="en-US" sz="2000" dirty="0">
              <a:solidFill>
                <a:schemeClr val="tx1"/>
              </a:solidFill>
            </a:endParaRPr>
          </a:p>
          <a:p>
            <a:pPr algn="ctr"/>
            <a:r>
              <a:rPr lang="en-US" sz="2000" dirty="0">
                <a:solidFill>
                  <a:schemeClr val="tx1"/>
                </a:solidFill>
              </a:rPr>
              <a:t> </a:t>
            </a:r>
            <a:endParaRPr lang="en-ID" sz="2000" dirty="0">
              <a:solidFill>
                <a:schemeClr val="tx1"/>
              </a:solidFill>
            </a:endParaRPr>
          </a:p>
        </p:txBody>
      </p:sp>
      <p:sp>
        <p:nvSpPr>
          <p:cNvPr id="8" name="Right Triangle 7">
            <a:extLst>
              <a:ext uri="{FF2B5EF4-FFF2-40B4-BE49-F238E27FC236}">
                <a16:creationId xmlns:a16="http://schemas.microsoft.com/office/drawing/2014/main" id="{4354D356-3AB9-4317-AD64-9733710C017F}"/>
              </a:ext>
            </a:extLst>
          </p:cNvPr>
          <p:cNvSpPr/>
          <p:nvPr userDrawn="1"/>
        </p:nvSpPr>
        <p:spPr>
          <a:xfrm>
            <a:off x="0" y="5074416"/>
            <a:ext cx="1597688" cy="1783584"/>
          </a:xfrm>
          <a:prstGeom prst="rtTriangle">
            <a:avLst/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222E1FA6-9BAA-48F7-9B48-E78A7FC60C74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99172" y="5725289"/>
            <a:ext cx="1042588" cy="1012044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B1A5ABCE-DB0D-44E8-AF1B-A1F9AA2448CF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20581" y="5864994"/>
            <a:ext cx="1403488" cy="993004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A7710A05-4BC0-4640-9166-A8A038BAD88C}"/>
              </a:ext>
            </a:extLst>
          </p:cNvPr>
          <p:cNvSpPr txBox="1"/>
          <p:nvPr userDrawn="1"/>
        </p:nvSpPr>
        <p:spPr>
          <a:xfrm>
            <a:off x="3898760" y="2622619"/>
            <a:ext cx="5194999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5400" dirty="0"/>
              <a:t>TERIMA KASIH</a:t>
            </a:r>
            <a:endParaRPr lang="en-ID" sz="5400" dirty="0"/>
          </a:p>
        </p:txBody>
      </p:sp>
    </p:spTree>
    <p:extLst>
      <p:ext uri="{BB962C8B-B14F-4D97-AF65-F5344CB8AC3E}">
        <p14:creationId xmlns:p14="http://schemas.microsoft.com/office/powerpoint/2010/main" val="32117363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6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ight Triangle 8">
            <a:extLst>
              <a:ext uri="{FF2B5EF4-FFF2-40B4-BE49-F238E27FC236}">
                <a16:creationId xmlns:a16="http://schemas.microsoft.com/office/drawing/2014/main" id="{0FE1B4E5-ADBE-44E9-94B8-12353259E240}"/>
              </a:ext>
            </a:extLst>
          </p:cNvPr>
          <p:cNvSpPr/>
          <p:nvPr userDrawn="1"/>
        </p:nvSpPr>
        <p:spPr>
          <a:xfrm rot="16200000">
            <a:off x="10209964" y="4875960"/>
            <a:ext cx="1884065" cy="2080010"/>
          </a:xfrm>
          <a:prstGeom prst="rtTriangle">
            <a:avLst/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F6310508-6870-44FB-B67F-C3F1350DB66D}"/>
              </a:ext>
            </a:extLst>
          </p:cNvPr>
          <p:cNvSpPr/>
          <p:nvPr userDrawn="1"/>
        </p:nvSpPr>
        <p:spPr>
          <a:xfrm>
            <a:off x="0" y="6211614"/>
            <a:ext cx="12192000" cy="646385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 dirty="0">
              <a:solidFill>
                <a:schemeClr val="tx1"/>
              </a:solidFill>
            </a:endParaRPr>
          </a:p>
          <a:p>
            <a:pPr algn="ctr"/>
            <a:r>
              <a:rPr lang="en-US" sz="2000" dirty="0">
                <a:solidFill>
                  <a:schemeClr val="tx1"/>
                </a:solidFill>
              </a:rPr>
              <a:t>Program </a:t>
            </a:r>
            <a:r>
              <a:rPr lang="en-US" sz="2000" dirty="0" err="1">
                <a:solidFill>
                  <a:schemeClr val="tx1"/>
                </a:solidFill>
              </a:rPr>
              <a:t>Studi</a:t>
            </a:r>
            <a:r>
              <a:rPr lang="en-US" sz="2000" dirty="0">
                <a:solidFill>
                  <a:schemeClr val="tx1"/>
                </a:solidFill>
              </a:rPr>
              <a:t> Teknik </a:t>
            </a:r>
            <a:r>
              <a:rPr lang="en-US" sz="2000" dirty="0" err="1">
                <a:solidFill>
                  <a:schemeClr val="tx1"/>
                </a:solidFill>
              </a:rPr>
              <a:t>Informatika</a:t>
            </a:r>
            <a:r>
              <a:rPr lang="en-US" sz="2000" dirty="0">
                <a:solidFill>
                  <a:schemeClr val="tx1"/>
                </a:solidFill>
              </a:rPr>
              <a:t>, Universitas </a:t>
            </a:r>
            <a:r>
              <a:rPr lang="en-US" sz="2000" dirty="0" err="1">
                <a:solidFill>
                  <a:schemeClr val="tx1"/>
                </a:solidFill>
              </a:rPr>
              <a:t>Pamulang</a:t>
            </a:r>
            <a:endParaRPr lang="en-US" sz="2000" dirty="0">
              <a:solidFill>
                <a:schemeClr val="tx1"/>
              </a:solidFill>
            </a:endParaRPr>
          </a:p>
          <a:p>
            <a:pPr algn="ctr"/>
            <a:r>
              <a:rPr lang="en-US" sz="2000" dirty="0">
                <a:solidFill>
                  <a:schemeClr val="tx1"/>
                </a:solidFill>
              </a:rPr>
              <a:t> </a:t>
            </a:r>
            <a:endParaRPr lang="en-ID" sz="2000" dirty="0">
              <a:solidFill>
                <a:schemeClr val="tx1"/>
              </a:solidFill>
            </a:endParaRPr>
          </a:p>
        </p:txBody>
      </p:sp>
      <p:sp>
        <p:nvSpPr>
          <p:cNvPr id="8" name="Right Triangle 7">
            <a:extLst>
              <a:ext uri="{FF2B5EF4-FFF2-40B4-BE49-F238E27FC236}">
                <a16:creationId xmlns:a16="http://schemas.microsoft.com/office/drawing/2014/main" id="{4354D356-3AB9-4317-AD64-9733710C017F}"/>
              </a:ext>
            </a:extLst>
          </p:cNvPr>
          <p:cNvSpPr/>
          <p:nvPr userDrawn="1"/>
        </p:nvSpPr>
        <p:spPr>
          <a:xfrm>
            <a:off x="0" y="5074416"/>
            <a:ext cx="1597688" cy="1783584"/>
          </a:xfrm>
          <a:prstGeom prst="rtTriangle">
            <a:avLst/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222E1FA6-9BAA-48F7-9B48-E78A7FC60C74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99172" y="5725289"/>
            <a:ext cx="1042588" cy="1012044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B1A5ABCE-DB0D-44E8-AF1B-A1F9AA2448CF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20581" y="5864994"/>
            <a:ext cx="1403488" cy="993004"/>
          </a:xfrm>
          <a:prstGeom prst="rect">
            <a:avLst/>
          </a:prstGeom>
        </p:spPr>
      </p:pic>
      <p:sp>
        <p:nvSpPr>
          <p:cNvPr id="6" name="Flowchart: Process 5">
            <a:extLst>
              <a:ext uri="{FF2B5EF4-FFF2-40B4-BE49-F238E27FC236}">
                <a16:creationId xmlns:a16="http://schemas.microsoft.com/office/drawing/2014/main" id="{38F377F8-55ED-4437-98B9-2D2AA5DD3B4A}"/>
              </a:ext>
            </a:extLst>
          </p:cNvPr>
          <p:cNvSpPr/>
          <p:nvPr userDrawn="1"/>
        </p:nvSpPr>
        <p:spPr>
          <a:xfrm>
            <a:off x="0" y="2582426"/>
            <a:ext cx="12192000" cy="646385"/>
          </a:xfrm>
          <a:prstGeom prst="flowChartProcess">
            <a:avLst/>
          </a:prstGeom>
          <a:solidFill>
            <a:schemeClr val="accent6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TERIMA KASIH, MAHASISWA TEKNIK INFORMATIKA UNGGUL, ANDA SUDAH BELAJAR DENGAN LUAR BIASA</a:t>
            </a:r>
            <a:endParaRPr lang="en-ID" dirty="0"/>
          </a:p>
        </p:txBody>
      </p:sp>
    </p:spTree>
    <p:extLst>
      <p:ext uri="{BB962C8B-B14F-4D97-AF65-F5344CB8AC3E}">
        <p14:creationId xmlns:p14="http://schemas.microsoft.com/office/powerpoint/2010/main" val="297392154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7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365A30DD-8BE8-42A1-85CC-D069AF516FB8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57600" y="2057400"/>
            <a:ext cx="4876800" cy="2743200"/>
          </a:xfrm>
          <a:prstGeom prst="rect">
            <a:avLst/>
          </a:prstGeom>
        </p:spPr>
      </p:pic>
      <p:sp>
        <p:nvSpPr>
          <p:cNvPr id="9" name="Right Triangle 8">
            <a:extLst>
              <a:ext uri="{FF2B5EF4-FFF2-40B4-BE49-F238E27FC236}">
                <a16:creationId xmlns:a16="http://schemas.microsoft.com/office/drawing/2014/main" id="{0FE1B4E5-ADBE-44E9-94B8-12353259E240}"/>
              </a:ext>
            </a:extLst>
          </p:cNvPr>
          <p:cNvSpPr/>
          <p:nvPr userDrawn="1"/>
        </p:nvSpPr>
        <p:spPr>
          <a:xfrm rot="16200000">
            <a:off x="10209964" y="4875960"/>
            <a:ext cx="1884065" cy="2080010"/>
          </a:xfrm>
          <a:prstGeom prst="rtTriangle">
            <a:avLst/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F6310508-6870-44FB-B67F-C3F1350DB66D}"/>
              </a:ext>
            </a:extLst>
          </p:cNvPr>
          <p:cNvSpPr/>
          <p:nvPr userDrawn="1"/>
        </p:nvSpPr>
        <p:spPr>
          <a:xfrm>
            <a:off x="0" y="6211614"/>
            <a:ext cx="12192000" cy="646385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 dirty="0">
              <a:solidFill>
                <a:schemeClr val="tx1"/>
              </a:solidFill>
            </a:endParaRPr>
          </a:p>
          <a:p>
            <a:pPr algn="ctr"/>
            <a:r>
              <a:rPr lang="en-US" sz="2000" dirty="0">
                <a:solidFill>
                  <a:schemeClr val="tx1"/>
                </a:solidFill>
              </a:rPr>
              <a:t>Program </a:t>
            </a:r>
            <a:r>
              <a:rPr lang="en-US" sz="2000" dirty="0" err="1">
                <a:solidFill>
                  <a:schemeClr val="tx1"/>
                </a:solidFill>
              </a:rPr>
              <a:t>Studi</a:t>
            </a:r>
            <a:r>
              <a:rPr lang="en-US" sz="2000" dirty="0">
                <a:solidFill>
                  <a:schemeClr val="tx1"/>
                </a:solidFill>
              </a:rPr>
              <a:t> Teknik </a:t>
            </a:r>
            <a:r>
              <a:rPr lang="en-US" sz="2000" dirty="0" err="1">
                <a:solidFill>
                  <a:schemeClr val="tx1"/>
                </a:solidFill>
              </a:rPr>
              <a:t>Informatika</a:t>
            </a:r>
            <a:r>
              <a:rPr lang="en-US" sz="2000" dirty="0">
                <a:solidFill>
                  <a:schemeClr val="tx1"/>
                </a:solidFill>
              </a:rPr>
              <a:t>, Universitas </a:t>
            </a:r>
            <a:r>
              <a:rPr lang="en-US" sz="2000" dirty="0" err="1">
                <a:solidFill>
                  <a:schemeClr val="tx1"/>
                </a:solidFill>
              </a:rPr>
              <a:t>Pamulang</a:t>
            </a:r>
            <a:endParaRPr lang="en-US" sz="2000" dirty="0">
              <a:solidFill>
                <a:schemeClr val="tx1"/>
              </a:solidFill>
            </a:endParaRPr>
          </a:p>
          <a:p>
            <a:pPr algn="ctr"/>
            <a:r>
              <a:rPr lang="en-US" sz="2000" dirty="0">
                <a:solidFill>
                  <a:schemeClr val="tx1"/>
                </a:solidFill>
              </a:rPr>
              <a:t> </a:t>
            </a:r>
            <a:endParaRPr lang="en-ID" sz="2000" dirty="0">
              <a:solidFill>
                <a:schemeClr val="tx1"/>
              </a:solidFill>
            </a:endParaRPr>
          </a:p>
        </p:txBody>
      </p:sp>
      <p:sp>
        <p:nvSpPr>
          <p:cNvPr id="8" name="Right Triangle 7">
            <a:extLst>
              <a:ext uri="{FF2B5EF4-FFF2-40B4-BE49-F238E27FC236}">
                <a16:creationId xmlns:a16="http://schemas.microsoft.com/office/drawing/2014/main" id="{4354D356-3AB9-4317-AD64-9733710C017F}"/>
              </a:ext>
            </a:extLst>
          </p:cNvPr>
          <p:cNvSpPr/>
          <p:nvPr userDrawn="1"/>
        </p:nvSpPr>
        <p:spPr>
          <a:xfrm>
            <a:off x="0" y="5074416"/>
            <a:ext cx="1597688" cy="1783584"/>
          </a:xfrm>
          <a:prstGeom prst="rtTriangle">
            <a:avLst/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222E1FA6-9BAA-48F7-9B48-E78A7FC60C74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99172" y="5725289"/>
            <a:ext cx="1042588" cy="1012044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B1A5ABCE-DB0D-44E8-AF1B-A1F9AA2448CF}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20581" y="5864994"/>
            <a:ext cx="1403488" cy="993004"/>
          </a:xfrm>
          <a:prstGeom prst="rect">
            <a:avLst/>
          </a:prstGeom>
        </p:spPr>
      </p:pic>
      <p:sp>
        <p:nvSpPr>
          <p:cNvPr id="6" name="Flowchart: Process 5">
            <a:extLst>
              <a:ext uri="{FF2B5EF4-FFF2-40B4-BE49-F238E27FC236}">
                <a16:creationId xmlns:a16="http://schemas.microsoft.com/office/drawing/2014/main" id="{38F377F8-55ED-4437-98B9-2D2AA5DD3B4A}"/>
              </a:ext>
            </a:extLst>
          </p:cNvPr>
          <p:cNvSpPr/>
          <p:nvPr userDrawn="1"/>
        </p:nvSpPr>
        <p:spPr>
          <a:xfrm>
            <a:off x="0" y="0"/>
            <a:ext cx="12192000" cy="646385"/>
          </a:xfrm>
          <a:prstGeom prst="flowChartProcess">
            <a:avLst/>
          </a:prstGeom>
          <a:solidFill>
            <a:schemeClr val="accent6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TERIMA KASIH, MAHASISWA TEKNIK INFORMATIKA UNGGUL, ANDA SUDAH BELAJAR DENGAN LUAR BIASA</a:t>
            </a:r>
            <a:endParaRPr lang="en-ID" dirty="0"/>
          </a:p>
        </p:txBody>
      </p:sp>
    </p:spTree>
    <p:extLst>
      <p:ext uri="{BB962C8B-B14F-4D97-AF65-F5344CB8AC3E}">
        <p14:creationId xmlns:p14="http://schemas.microsoft.com/office/powerpoint/2010/main" val="240466539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8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6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F6310508-6870-44FB-B67F-C3F1350DB66D}"/>
              </a:ext>
            </a:extLst>
          </p:cNvPr>
          <p:cNvSpPr/>
          <p:nvPr userDrawn="1"/>
        </p:nvSpPr>
        <p:spPr>
          <a:xfrm>
            <a:off x="0" y="1"/>
            <a:ext cx="12192000" cy="1204466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 dirty="0">
              <a:solidFill>
                <a:schemeClr val="tx1"/>
              </a:solidFill>
            </a:endParaRPr>
          </a:p>
          <a:p>
            <a:pPr algn="ctr"/>
            <a:r>
              <a:rPr lang="en-US" sz="2000" dirty="0">
                <a:solidFill>
                  <a:schemeClr val="tx1"/>
                </a:solidFill>
              </a:rPr>
              <a:t> </a:t>
            </a:r>
            <a:endParaRPr lang="en-ID" sz="2000" dirty="0">
              <a:solidFill>
                <a:schemeClr val="tx1"/>
              </a:solidFill>
            </a:endParaRP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222E1FA6-9BAA-48F7-9B48-E78A7FC60C74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642" y="38924"/>
            <a:ext cx="1119282" cy="1086491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6456D31B-DA89-4FCC-A0CF-973CBA8BD493}"/>
              </a:ext>
            </a:extLst>
          </p:cNvPr>
          <p:cNvSpPr txBox="1"/>
          <p:nvPr userDrawn="1"/>
        </p:nvSpPr>
        <p:spPr>
          <a:xfrm>
            <a:off x="1218924" y="166670"/>
            <a:ext cx="5886103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2400" dirty="0"/>
              <a:t>PROGRAM STUDI S1 TEKNIK INFORMATIKA</a:t>
            </a:r>
            <a:br>
              <a:rPr lang="en-US" sz="2400" dirty="0"/>
            </a:br>
            <a:r>
              <a:rPr lang="en-US" sz="2400" dirty="0"/>
              <a:t>UNIVERSITAS PAMULANG</a:t>
            </a:r>
            <a:endParaRPr lang="en-ID" sz="24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960A43D-3921-41B8-B4DC-C239EAEA8479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48352" y="0"/>
            <a:ext cx="2143648" cy="1205802"/>
          </a:xfrm>
          <a:prstGeom prst="rect">
            <a:avLst/>
          </a:prstGeom>
        </p:spPr>
      </p:pic>
      <p:sp>
        <p:nvSpPr>
          <p:cNvPr id="6" name="Title Placeholder 5">
            <a:extLst>
              <a:ext uri="{FF2B5EF4-FFF2-40B4-BE49-F238E27FC236}">
                <a16:creationId xmlns:a16="http://schemas.microsoft.com/office/drawing/2014/main" id="{36AE1D4B-E2EF-47C4-A1A7-5689711E6F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204467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3FA5E565-A9FD-45A9-9262-E4CE87B5C47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2329881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4406096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9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7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567122B0-D188-4F1B-9170-48FB515F7D17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9" name="Right Triangle 8">
            <a:extLst>
              <a:ext uri="{FF2B5EF4-FFF2-40B4-BE49-F238E27FC236}">
                <a16:creationId xmlns:a16="http://schemas.microsoft.com/office/drawing/2014/main" id="{0FE1B4E5-ADBE-44E9-94B8-12353259E240}"/>
              </a:ext>
            </a:extLst>
          </p:cNvPr>
          <p:cNvSpPr/>
          <p:nvPr userDrawn="1"/>
        </p:nvSpPr>
        <p:spPr>
          <a:xfrm rot="16200000">
            <a:off x="10209964" y="4875960"/>
            <a:ext cx="1884065" cy="2080010"/>
          </a:xfrm>
          <a:prstGeom prst="rtTriangle">
            <a:avLst/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F6310508-6870-44FB-B67F-C3F1350DB66D}"/>
              </a:ext>
            </a:extLst>
          </p:cNvPr>
          <p:cNvSpPr/>
          <p:nvPr userDrawn="1"/>
        </p:nvSpPr>
        <p:spPr>
          <a:xfrm>
            <a:off x="0" y="6211614"/>
            <a:ext cx="12192000" cy="646385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 dirty="0">
              <a:solidFill>
                <a:schemeClr val="tx1"/>
              </a:solidFill>
            </a:endParaRPr>
          </a:p>
          <a:p>
            <a:pPr algn="ctr"/>
            <a:r>
              <a:rPr lang="en-US" sz="2000" dirty="0">
                <a:solidFill>
                  <a:schemeClr val="tx1"/>
                </a:solidFill>
              </a:rPr>
              <a:t>Program </a:t>
            </a:r>
            <a:r>
              <a:rPr lang="en-US" sz="2000" dirty="0" err="1">
                <a:solidFill>
                  <a:schemeClr val="tx1"/>
                </a:solidFill>
              </a:rPr>
              <a:t>Studi</a:t>
            </a:r>
            <a:r>
              <a:rPr lang="en-US" sz="2000" dirty="0">
                <a:solidFill>
                  <a:schemeClr val="tx1"/>
                </a:solidFill>
              </a:rPr>
              <a:t> Teknik </a:t>
            </a:r>
            <a:r>
              <a:rPr lang="en-US" sz="2000" dirty="0" err="1">
                <a:solidFill>
                  <a:schemeClr val="tx1"/>
                </a:solidFill>
              </a:rPr>
              <a:t>Informatika</a:t>
            </a:r>
            <a:r>
              <a:rPr lang="en-US" sz="2000" dirty="0">
                <a:solidFill>
                  <a:schemeClr val="tx1"/>
                </a:solidFill>
              </a:rPr>
              <a:t>, Universitas </a:t>
            </a:r>
            <a:r>
              <a:rPr lang="en-US" sz="2000" dirty="0" err="1">
                <a:solidFill>
                  <a:schemeClr val="tx1"/>
                </a:solidFill>
              </a:rPr>
              <a:t>Pamulang</a:t>
            </a:r>
            <a:endParaRPr lang="en-US" sz="2000" dirty="0">
              <a:solidFill>
                <a:schemeClr val="tx1"/>
              </a:solidFill>
            </a:endParaRPr>
          </a:p>
          <a:p>
            <a:pPr algn="ctr"/>
            <a:r>
              <a:rPr lang="en-US" sz="2000" dirty="0">
                <a:solidFill>
                  <a:schemeClr val="tx1"/>
                </a:solidFill>
              </a:rPr>
              <a:t> </a:t>
            </a:r>
            <a:endParaRPr lang="en-ID" sz="2000" dirty="0">
              <a:solidFill>
                <a:schemeClr val="tx1"/>
              </a:solidFill>
            </a:endParaRPr>
          </a:p>
        </p:txBody>
      </p:sp>
      <p:sp>
        <p:nvSpPr>
          <p:cNvPr id="8" name="Right Triangle 7">
            <a:extLst>
              <a:ext uri="{FF2B5EF4-FFF2-40B4-BE49-F238E27FC236}">
                <a16:creationId xmlns:a16="http://schemas.microsoft.com/office/drawing/2014/main" id="{4354D356-3AB9-4317-AD64-9733710C017F}"/>
              </a:ext>
            </a:extLst>
          </p:cNvPr>
          <p:cNvSpPr/>
          <p:nvPr userDrawn="1"/>
        </p:nvSpPr>
        <p:spPr>
          <a:xfrm>
            <a:off x="0" y="5074416"/>
            <a:ext cx="1597688" cy="1783584"/>
          </a:xfrm>
          <a:prstGeom prst="rtTriangle">
            <a:avLst/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222E1FA6-9BAA-48F7-9B48-E78A7FC60C74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99172" y="5725289"/>
            <a:ext cx="1042588" cy="1012044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B1A5ABCE-DB0D-44E8-AF1B-A1F9AA2448CF}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20581" y="5864994"/>
            <a:ext cx="1403488" cy="9930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260858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0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8" Type="http://schemas.microsoft.com/office/2007/relationships/diagramDrawing" Target="../diagrams/drawing1.xml"/><Relationship Id="rId3" Type="http://schemas.openxmlformats.org/officeDocument/2006/relationships/image" Target="../media/image7.jpeg"/><Relationship Id="rId7" Type="http://schemas.openxmlformats.org/officeDocument/2006/relationships/diagramColors" Target="../diagrams/colors1.xm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Relationship Id="rId6" Type="http://schemas.openxmlformats.org/officeDocument/2006/relationships/diagramQuickStyle" Target="../diagrams/quickStyle1.xml"/><Relationship Id="rId5" Type="http://schemas.openxmlformats.org/officeDocument/2006/relationships/diagramLayout" Target="../diagrams/layout1.xml"/><Relationship Id="rId4" Type="http://schemas.openxmlformats.org/officeDocument/2006/relationships/diagramData" Target="../diagrams/data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2.xml"/><Relationship Id="rId7" Type="http://schemas.microsoft.com/office/2007/relationships/diagramDrawing" Target="../diagrams/drawing2.xml"/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3.xml"/><Relationship Id="rId6" Type="http://schemas.openxmlformats.org/officeDocument/2006/relationships/diagramColors" Target="../diagrams/colors2.xml"/><Relationship Id="rId5" Type="http://schemas.openxmlformats.org/officeDocument/2006/relationships/diagramQuickStyle" Target="../diagrams/quickStyle2.xml"/><Relationship Id="rId4" Type="http://schemas.openxmlformats.org/officeDocument/2006/relationships/diagramLayout" Target="../diagrams/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3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.xml"/><Relationship Id="rId2" Type="http://schemas.openxmlformats.org/officeDocument/2006/relationships/diagramData" Target="../diagrams/data4.xml"/><Relationship Id="rId1" Type="http://schemas.openxmlformats.org/officeDocument/2006/relationships/slideLayout" Target="../slideLayouts/slideLayout3.xml"/><Relationship Id="rId6" Type="http://schemas.microsoft.com/office/2007/relationships/diagramDrawing" Target="../diagrams/drawing4.xml"/><Relationship Id="rId5" Type="http://schemas.openxmlformats.org/officeDocument/2006/relationships/diagramColors" Target="../diagrams/colors4.xml"/><Relationship Id="rId4" Type="http://schemas.openxmlformats.org/officeDocument/2006/relationships/diagramQuickStyle" Target="../diagrams/quickStyle4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eg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5.xml"/><Relationship Id="rId7" Type="http://schemas.microsoft.com/office/2007/relationships/diagramDrawing" Target="../diagrams/drawing5.xm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Relationship Id="rId6" Type="http://schemas.openxmlformats.org/officeDocument/2006/relationships/diagramColors" Target="../diagrams/colors5.xml"/><Relationship Id="rId5" Type="http://schemas.openxmlformats.org/officeDocument/2006/relationships/diagramQuickStyle" Target="../diagrams/quickStyle5.xml"/><Relationship Id="rId4" Type="http://schemas.openxmlformats.org/officeDocument/2006/relationships/diagramLayout" Target="../diagrams/layout5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emf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emf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emf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emf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1ED9D48E-EC15-454D-AFD8-DFA10B4F141B}"/>
              </a:ext>
            </a:extLst>
          </p:cNvPr>
          <p:cNvSpPr txBox="1">
            <a:spLocks/>
          </p:cNvSpPr>
          <p:nvPr/>
        </p:nvSpPr>
        <p:spPr>
          <a:xfrm>
            <a:off x="1709530" y="1350435"/>
            <a:ext cx="8713993" cy="261619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4800" b="1" dirty="0">
                <a:ln w="10160">
                  <a:solidFill>
                    <a:schemeClr val="tx1"/>
                  </a:solidFill>
                  <a:prstDash val="solid"/>
                </a:ln>
                <a:solidFill>
                  <a:srgbClr val="00B0F0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METODE NUMERIK</a:t>
            </a:r>
            <a:endParaRPr lang="en-GB" sz="4800" b="1" dirty="0">
              <a:ln w="10160">
                <a:solidFill>
                  <a:schemeClr val="tx1"/>
                </a:solidFill>
                <a:prstDash val="solid"/>
              </a:ln>
              <a:solidFill>
                <a:srgbClr val="00B0F0"/>
              </a:solidFill>
              <a:effectLst>
                <a:outerShdw blurRad="38100" dist="22860" dir="5400000" algn="tl" rotWithShape="0">
                  <a:srgbClr val="000000">
                    <a:alpha val="30000"/>
                  </a:srgbClr>
                </a:outerShdw>
              </a:effectLst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Subtitle 2">
            <a:extLst>
              <a:ext uri="{FF2B5EF4-FFF2-40B4-BE49-F238E27FC236}">
                <a16:creationId xmlns:a16="http://schemas.microsoft.com/office/drawing/2014/main" id="{15FC42A2-1F0A-4C30-A0B1-C8DA61F0F7CD}"/>
              </a:ext>
            </a:extLst>
          </p:cNvPr>
          <p:cNvSpPr txBox="1">
            <a:spLocks/>
          </p:cNvSpPr>
          <p:nvPr/>
        </p:nvSpPr>
        <p:spPr>
          <a:xfrm>
            <a:off x="4192894" y="3238501"/>
            <a:ext cx="3321090" cy="728133"/>
          </a:xfrm>
          <a:prstGeom prst="rect">
            <a:avLst/>
          </a:prstGeom>
        </p:spPr>
        <p:txBody>
          <a:bodyPr>
            <a:normAutofit fontScale="925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3600" b="1" dirty="0">
                <a:ln w="10160">
                  <a:solidFill>
                    <a:schemeClr val="tx1"/>
                  </a:solidFill>
                  <a:prstDash val="solid"/>
                </a:ln>
                <a:solidFill>
                  <a:schemeClr val="accent4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PERTEMUAN</a:t>
            </a:r>
            <a:r>
              <a:rPr lang="en-US" sz="3600" b="1" dirty="0">
                <a:ln w="10160">
                  <a:solidFill>
                    <a:schemeClr val="accent5"/>
                  </a:solidFill>
                  <a:prstDash val="solid"/>
                </a:ln>
                <a:solidFill>
                  <a:schemeClr val="accent4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3600" b="1" dirty="0">
                <a:ln w="10160">
                  <a:solidFill>
                    <a:schemeClr val="tx1"/>
                  </a:solidFill>
                  <a:prstDash val="solid"/>
                </a:ln>
                <a:solidFill>
                  <a:schemeClr val="accent4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2</a:t>
            </a:r>
            <a:endParaRPr lang="en-GB" sz="3600" b="1" dirty="0">
              <a:ln w="10160">
                <a:solidFill>
                  <a:schemeClr val="tx1"/>
                </a:solidFill>
                <a:prstDash val="solid"/>
              </a:ln>
              <a:solidFill>
                <a:schemeClr val="accent4"/>
              </a:solidFill>
              <a:effectLst>
                <a:outerShdw blurRad="38100" dist="22860" dir="5400000" algn="tl" rotWithShape="0">
                  <a:srgbClr val="000000">
                    <a:alpha val="30000"/>
                  </a:srgbClr>
                </a:outerShdw>
              </a:effectLst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0752526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6D6CDB20-394C-4D51-9C5B-8751E21338D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3324"/>
            <a:ext cx="12192000" cy="6861324"/>
          </a:xfrm>
          <a:prstGeom prst="rect">
            <a:avLst/>
          </a:prstGeom>
          <a:solidFill>
            <a:schemeClr val="tx1">
              <a:alpha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sp>
        <p:nvSpPr>
          <p:cNvPr id="14" name="Rounded Rectangle 3">
            <a:extLst>
              <a:ext uri="{FF2B5EF4-FFF2-40B4-BE49-F238E27FC236}">
                <a16:creationId xmlns:a16="http://schemas.microsoft.com/office/drawing/2014/main" id="{46DFD1E0-DCA7-47E6-B78B-6ECDDF873D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6745" y="640080"/>
            <a:ext cx="10920415" cy="5577818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 w="9525">
            <a:solidFill>
              <a:schemeClr val="tx1">
                <a:lumMod val="50000"/>
                <a:lumOff val="50000"/>
              </a:schemeClr>
            </a:solidFill>
          </a:ln>
          <a:effectLst>
            <a:outerShdw blurRad="57150" dist="19050" dir="5400000" algn="t" rotWithShape="0">
              <a:prstClr val="black">
                <a:alpha val="63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8AAB0B1E-BB97-40E0-8DCD-D1197A0E1D6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68024" y="960109"/>
            <a:ext cx="10277856" cy="493776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AF9CDA62-AA46-4C11-8FDD-B4691EE8D54D}"/>
              </a:ext>
            </a:extLst>
          </p:cNvPr>
          <p:cNvSpPr txBox="1">
            <a:spLocks/>
          </p:cNvSpPr>
          <p:nvPr/>
        </p:nvSpPr>
        <p:spPr>
          <a:xfrm>
            <a:off x="1288064" y="1284731"/>
            <a:ext cx="9637776" cy="133306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indent="0" algn="ctr" defTabSz="914400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600" b="1">
                <a:ln w="10160">
                  <a:solidFill>
                    <a:schemeClr val="tx1"/>
                  </a:solidFill>
                  <a:prstDash val="solid"/>
                </a:ln>
                <a:solidFill>
                  <a:schemeClr val="accent4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</a:defRPr>
            </a:lvl1pPr>
            <a:lvl2pPr indent="0" algn="ctr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/>
            </a:lvl2pPr>
            <a:lvl3pPr indent="0" algn="ctr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</a:lvl3pPr>
            <a:lvl4pPr indent="0" algn="ctr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/>
            </a:lvl4pPr>
            <a:lvl5pPr indent="0" algn="ctr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/>
            </a:lvl5pPr>
            <a:lvl6pPr indent="0" algn="ctr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/>
            </a:lvl6pPr>
            <a:lvl7pPr indent="0" algn="ctr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/>
            </a:lvl7pPr>
            <a:lvl8pPr indent="0" algn="ctr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/>
            </a:lvl8pPr>
            <a:lvl9pPr indent="0" algn="ctr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/>
            </a:lvl9pPr>
          </a:lstStyle>
          <a:p>
            <a:pPr>
              <a:spcBef>
                <a:spcPct val="0"/>
              </a:spcBef>
              <a:spcAft>
                <a:spcPts val="600"/>
              </a:spcAft>
            </a:pPr>
            <a:r>
              <a:rPr lang="en-US" sz="4400" kern="1200" dirty="0"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TUJUAN PEMBELAJARAN</a:t>
            </a:r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19C0742B-6FAB-4F71-A9CB-E140A40C8BE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362454" y="2620980"/>
            <a:ext cx="9509760" cy="0"/>
          </a:xfrm>
          <a:prstGeom prst="line">
            <a:avLst/>
          </a:prstGeom>
          <a:ln w="190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extBox 2">
            <a:extLst>
              <a:ext uri="{FF2B5EF4-FFF2-40B4-BE49-F238E27FC236}">
                <a16:creationId xmlns:a16="http://schemas.microsoft.com/office/drawing/2014/main" id="{7AA9CA65-58B9-4D5E-999C-2370E11BA8CA}"/>
              </a:ext>
            </a:extLst>
          </p:cNvPr>
          <p:cNvSpPr txBox="1"/>
          <p:nvPr/>
        </p:nvSpPr>
        <p:spPr>
          <a:xfrm>
            <a:off x="1288064" y="2761862"/>
            <a:ext cx="9637776" cy="313600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b="0" i="0" u="none" strike="noStrike" baseline="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  </a:t>
            </a:r>
            <a:r>
              <a:rPr lang="en-US" b="1" i="0" u="none" strike="noStrike" baseline="0" dirty="0" err="1">
                <a:latin typeface="Arial" panose="020B0604020202020204" pitchFamily="34" charset="0"/>
                <a:cs typeface="Arial" panose="020B0604020202020204" pitchFamily="34" charset="0"/>
              </a:rPr>
              <a:t>Mahasiswa</a:t>
            </a:r>
            <a:r>
              <a:rPr lang="en-US" b="1" i="0" u="none" strike="noStrike" baseline="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b="1" i="0" u="none" strike="noStrike" baseline="0" dirty="0" err="1">
                <a:latin typeface="Arial" panose="020B0604020202020204" pitchFamily="34" charset="0"/>
                <a:cs typeface="Arial" panose="020B0604020202020204" pitchFamily="34" charset="0"/>
              </a:rPr>
              <a:t>mampu</a:t>
            </a:r>
            <a:r>
              <a:rPr lang="en-US" b="1" i="0" u="none" strike="noStrike" baseline="0" dirty="0">
                <a:latin typeface="Arial" panose="020B0604020202020204" pitchFamily="34" charset="0"/>
                <a:cs typeface="Arial" panose="020B0604020202020204" pitchFamily="34" charset="0"/>
              </a:rPr>
              <a:t> : </a:t>
            </a:r>
          </a:p>
          <a:p>
            <a:pPr marL="233363" indent="-233363">
              <a:lnSpc>
                <a:spcPct val="160000"/>
              </a:lnSpc>
              <a:spcAft>
                <a:spcPts val="600"/>
              </a:spcAft>
              <a:buFont typeface="+mj-lt"/>
              <a:buAutoNum type="arabicPeriod"/>
            </a:pP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menjelaskan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peranan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komputer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pada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Metode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Numerik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33363" indent="-233363">
              <a:lnSpc>
                <a:spcPct val="160000"/>
              </a:lnSpc>
              <a:spcAft>
                <a:spcPts val="600"/>
              </a:spcAft>
              <a:buFont typeface="+mj-lt"/>
              <a:buAutoNum type="arabicPeriod"/>
            </a:pP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mengetahui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aspek-aspek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yang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harus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diperhatikan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dalam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penyelesaian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masalah,</a:t>
            </a:r>
          </a:p>
          <a:p>
            <a:pPr marL="233363" indent="-233363">
              <a:lnSpc>
                <a:spcPct val="160000"/>
              </a:lnSpc>
              <a:spcAft>
                <a:spcPts val="600"/>
              </a:spcAft>
              <a:buFont typeface="+mj-lt"/>
              <a:buAutoNum type="arabicPeriod"/>
            </a:pP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menjelaskan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kriteria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algoritma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yang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baik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,</a:t>
            </a:r>
          </a:p>
          <a:p>
            <a:pPr marL="233363" indent="-233363">
              <a:lnSpc>
                <a:spcPct val="160000"/>
              </a:lnSpc>
              <a:spcAft>
                <a:spcPts val="600"/>
              </a:spcAft>
              <a:buFont typeface="+mj-lt"/>
              <a:buAutoNum type="arabicPeriod"/>
            </a:pP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mengetahui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Nilai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signifikan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Sumber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galat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jenis-jenis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galat</a:t>
            </a:r>
            <a:r>
              <a:rPr lang="en-US" b="0" i="0" u="none" strike="noStrike" baseline="0" dirty="0">
                <a:latin typeface="Arial" panose="020B0604020202020204" pitchFamily="34" charset="0"/>
                <a:cs typeface="Arial" panose="020B0604020202020204" pitchFamily="34" charset="0"/>
              </a:rPr>
              <a:t>	</a:t>
            </a:r>
          </a:p>
        </p:txBody>
      </p:sp>
    </p:spTree>
    <p:extLst>
      <p:ext uri="{BB962C8B-B14F-4D97-AF65-F5344CB8AC3E}">
        <p14:creationId xmlns:p14="http://schemas.microsoft.com/office/powerpoint/2010/main" val="265201013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 txBox="1">
            <a:spLocks/>
          </p:cNvSpPr>
          <p:nvPr/>
        </p:nvSpPr>
        <p:spPr>
          <a:xfrm>
            <a:off x="1086643" y="1938435"/>
            <a:ext cx="10018713" cy="2184399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indent="0" algn="ctr" defTabSz="914400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600" b="1">
                <a:ln w="10160">
                  <a:solidFill>
                    <a:schemeClr val="tx1"/>
                  </a:solidFill>
                  <a:prstDash val="solid"/>
                </a:ln>
                <a:solidFill>
                  <a:schemeClr val="accent4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</a:defRPr>
            </a:lvl1pPr>
            <a:lvl2pPr indent="0" algn="ctr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/>
            </a:lvl2pPr>
            <a:lvl3pPr indent="0" algn="ctr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</a:lvl3pPr>
            <a:lvl4pPr indent="0" algn="ctr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/>
            </a:lvl4pPr>
            <a:lvl5pPr indent="0" algn="ctr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/>
            </a:lvl5pPr>
            <a:lvl6pPr indent="0" algn="ctr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/>
            </a:lvl6pPr>
            <a:lvl7pPr indent="0" algn="ctr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/>
            </a:lvl7pPr>
            <a:lvl8pPr indent="0" algn="ctr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/>
            </a:lvl8pPr>
            <a:lvl9pPr indent="0" algn="ctr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/>
            </a:lvl9pPr>
          </a:lstStyle>
          <a:p>
            <a:r>
              <a:rPr lang="en-US" sz="6000" dirty="0">
                <a:solidFill>
                  <a:srgbClr val="92D05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PERANAN KOMPUTER PADA METODE NUMERIK</a:t>
            </a:r>
          </a:p>
        </p:txBody>
      </p:sp>
    </p:spTree>
    <p:extLst>
      <p:ext uri="{BB962C8B-B14F-4D97-AF65-F5344CB8AC3E}">
        <p14:creationId xmlns:p14="http://schemas.microsoft.com/office/powerpoint/2010/main" val="167857282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 txBox="1">
            <a:spLocks/>
          </p:cNvSpPr>
          <p:nvPr/>
        </p:nvSpPr>
        <p:spPr>
          <a:xfrm>
            <a:off x="4965430" y="629268"/>
            <a:ext cx="6586491" cy="128616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indent="0" algn="ctr" defTabSz="914400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600" b="1">
                <a:ln w="10160">
                  <a:solidFill>
                    <a:schemeClr val="tx1"/>
                  </a:solidFill>
                  <a:prstDash val="solid"/>
                </a:ln>
                <a:solidFill>
                  <a:schemeClr val="accent4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</a:defRPr>
            </a:lvl1pPr>
            <a:lvl2pPr indent="0" algn="ctr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/>
            </a:lvl2pPr>
            <a:lvl3pPr indent="0" algn="ctr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</a:lvl3pPr>
            <a:lvl4pPr indent="0" algn="ctr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/>
            </a:lvl4pPr>
            <a:lvl5pPr indent="0" algn="ctr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/>
            </a:lvl5pPr>
            <a:lvl6pPr indent="0" algn="ctr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/>
            </a:lvl6pPr>
            <a:lvl7pPr indent="0" algn="ctr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/>
            </a:lvl7pPr>
            <a:lvl8pPr indent="0" algn="ctr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/>
            </a:lvl8pPr>
            <a:lvl9pPr indent="0" algn="ctr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/>
            </a:lvl9pPr>
          </a:lstStyle>
          <a:p>
            <a:pPr algn="l">
              <a:spcBef>
                <a:spcPct val="0"/>
              </a:spcBef>
              <a:spcAft>
                <a:spcPts val="600"/>
              </a:spcAft>
            </a:pPr>
            <a:r>
              <a:rPr lang="en-US" dirty="0"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PERAN KOMPUTER </a:t>
            </a:r>
          </a:p>
          <a:p>
            <a:pPr algn="l">
              <a:spcBef>
                <a:spcPct val="0"/>
              </a:spcBef>
              <a:spcAft>
                <a:spcPts val="600"/>
              </a:spcAft>
            </a:pPr>
            <a:r>
              <a:rPr lang="en-US" dirty="0"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PADA METODE NUMERIK</a:t>
            </a:r>
          </a:p>
        </p:txBody>
      </p:sp>
      <p:sp>
        <p:nvSpPr>
          <p:cNvPr id="3" name="Content Placeholder 2"/>
          <p:cNvSpPr txBox="1">
            <a:spLocks/>
          </p:cNvSpPr>
          <p:nvPr/>
        </p:nvSpPr>
        <p:spPr>
          <a:xfrm>
            <a:off x="4965431" y="2438400"/>
            <a:ext cx="6586489" cy="3785419"/>
          </a:xfrm>
          <a:prstGeom prst="rect">
            <a:avLst/>
          </a:prstGeom>
        </p:spPr>
        <p:txBody>
          <a:bodyPr vert="horz" lIns="91440" tIns="45720" rIns="91440" bIns="45720" numCol="1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000" dirty="0" err="1"/>
              <a:t>Dalam</a:t>
            </a:r>
            <a:r>
              <a:rPr lang="en-US" sz="2000" dirty="0"/>
              <a:t> </a:t>
            </a:r>
            <a:r>
              <a:rPr lang="en-US" sz="2000" dirty="0" err="1"/>
              <a:t>menyelesaikan</a:t>
            </a:r>
            <a:r>
              <a:rPr lang="en-US" sz="2000" dirty="0"/>
              <a:t> masalah-masalah </a:t>
            </a:r>
            <a:r>
              <a:rPr lang="en-US" sz="2000" dirty="0" err="1"/>
              <a:t>berskala</a:t>
            </a:r>
            <a:r>
              <a:rPr lang="en-US" sz="2000" dirty="0"/>
              <a:t> </a:t>
            </a:r>
            <a:r>
              <a:rPr lang="en-US" sz="2000" dirty="0" err="1"/>
              <a:t>besar</a:t>
            </a:r>
            <a:r>
              <a:rPr lang="en-US" sz="2000" dirty="0"/>
              <a:t> yang </a:t>
            </a:r>
            <a:r>
              <a:rPr lang="en-US" sz="2000" dirty="0" err="1"/>
              <a:t>melibatkan</a:t>
            </a:r>
            <a:r>
              <a:rPr lang="en-US" sz="2000" dirty="0"/>
              <a:t> </a:t>
            </a:r>
            <a:r>
              <a:rPr lang="en-US" sz="2000" dirty="0" err="1"/>
              <a:t>banyak</a:t>
            </a:r>
            <a:r>
              <a:rPr lang="en-US" sz="2000" dirty="0"/>
              <a:t> </a:t>
            </a:r>
            <a:r>
              <a:rPr lang="en-US" sz="2000" dirty="0" err="1"/>
              <a:t>variabel</a:t>
            </a:r>
            <a:r>
              <a:rPr lang="en-US" sz="2000" dirty="0"/>
              <a:t>, </a:t>
            </a:r>
            <a:r>
              <a:rPr lang="en-US" sz="2000" dirty="0" err="1"/>
              <a:t>ada</a:t>
            </a:r>
            <a:r>
              <a:rPr lang="en-US" sz="2000" dirty="0"/>
              <a:t> </a:t>
            </a:r>
            <a:r>
              <a:rPr lang="en-US" sz="2000" dirty="0" err="1"/>
              <a:t>beberapa</a:t>
            </a:r>
            <a:r>
              <a:rPr lang="en-US" sz="2000" dirty="0"/>
              <a:t> </a:t>
            </a:r>
            <a:r>
              <a:rPr lang="en-US" sz="2000" dirty="0" err="1"/>
              <a:t>aspek</a:t>
            </a:r>
            <a:r>
              <a:rPr lang="en-US" sz="2000" dirty="0"/>
              <a:t> yang </a:t>
            </a:r>
            <a:r>
              <a:rPr lang="en-US" sz="2000" dirty="0" err="1"/>
              <a:t>perlu</a:t>
            </a:r>
            <a:r>
              <a:rPr lang="en-US" sz="2000" dirty="0"/>
              <a:t> </a:t>
            </a:r>
            <a:r>
              <a:rPr lang="en-US" sz="2000" dirty="0" err="1"/>
              <a:t>diperhatikan</a:t>
            </a:r>
            <a:r>
              <a:rPr lang="en-US" sz="2000" dirty="0"/>
              <a:t> ;</a:t>
            </a:r>
          </a:p>
          <a:p>
            <a:pPr marL="0" indent="0">
              <a:buNone/>
            </a:pPr>
            <a:r>
              <a:rPr lang="en-US" sz="2000" dirty="0"/>
              <a:t>1. </a:t>
            </a:r>
            <a:r>
              <a:rPr lang="en-US" sz="2000" dirty="0" err="1"/>
              <a:t>kompleksitas</a:t>
            </a:r>
            <a:r>
              <a:rPr lang="en-US" sz="2000" dirty="0"/>
              <a:t> masalah yang </a:t>
            </a:r>
            <a:r>
              <a:rPr lang="en-US" sz="2000" dirty="0" err="1"/>
              <a:t>harus</a:t>
            </a:r>
            <a:r>
              <a:rPr lang="en-US" sz="2000" dirty="0"/>
              <a:t> </a:t>
            </a:r>
            <a:r>
              <a:rPr lang="en-US" sz="2000" dirty="0" err="1"/>
              <a:t>diselesaikan</a:t>
            </a:r>
            <a:r>
              <a:rPr lang="en-US" sz="2000" dirty="0"/>
              <a:t>,</a:t>
            </a:r>
          </a:p>
          <a:p>
            <a:pPr marL="0" indent="0">
              <a:buNone/>
            </a:pPr>
            <a:r>
              <a:rPr lang="en-US" sz="2000" dirty="0"/>
              <a:t>2. </a:t>
            </a:r>
            <a:r>
              <a:rPr lang="en-US" sz="2000" dirty="0" err="1"/>
              <a:t>banyaknya</a:t>
            </a:r>
            <a:r>
              <a:rPr lang="en-US" sz="2000" dirty="0"/>
              <a:t> </a:t>
            </a:r>
            <a:r>
              <a:rPr lang="en-US" sz="2000" dirty="0" err="1"/>
              <a:t>operasi</a:t>
            </a:r>
            <a:r>
              <a:rPr lang="en-US" sz="2000" dirty="0"/>
              <a:t> yang </a:t>
            </a:r>
            <a:r>
              <a:rPr lang="en-US" sz="2000" dirty="0" err="1"/>
              <a:t>diperlukan</a:t>
            </a:r>
            <a:r>
              <a:rPr lang="en-US" sz="2000" dirty="0"/>
              <a:t> (</a:t>
            </a:r>
            <a:r>
              <a:rPr lang="en-US" sz="2000" dirty="0" err="1"/>
              <a:t>puluhan</a:t>
            </a:r>
            <a:r>
              <a:rPr lang="en-US" sz="2000" dirty="0"/>
              <a:t> </a:t>
            </a:r>
            <a:r>
              <a:rPr lang="en-US" sz="2000" dirty="0" err="1"/>
              <a:t>bahkan</a:t>
            </a:r>
            <a:r>
              <a:rPr lang="en-US" sz="2000" dirty="0"/>
              <a:t> </a:t>
            </a:r>
            <a:r>
              <a:rPr lang="en-US" sz="2000" dirty="0" err="1"/>
              <a:t>sampai</a:t>
            </a:r>
            <a:r>
              <a:rPr lang="en-US" sz="2000" dirty="0"/>
              <a:t> </a:t>
            </a:r>
            <a:r>
              <a:rPr lang="en-US" sz="2000" dirty="0" err="1"/>
              <a:t>jutaan</a:t>
            </a:r>
            <a:r>
              <a:rPr lang="en-US" sz="2000" dirty="0"/>
              <a:t>)</a:t>
            </a:r>
          </a:p>
          <a:p>
            <a:pPr marL="0" indent="0">
              <a:buNone/>
            </a:pPr>
            <a:r>
              <a:rPr lang="en-US" sz="2000" dirty="0"/>
              <a:t>3. </a:t>
            </a:r>
            <a:r>
              <a:rPr lang="en-US" sz="2000" dirty="0" err="1"/>
              <a:t>tingkat</a:t>
            </a:r>
            <a:r>
              <a:rPr lang="en-US" sz="2000" dirty="0"/>
              <a:t> </a:t>
            </a:r>
            <a:r>
              <a:rPr lang="en-US" sz="2000" dirty="0" err="1"/>
              <a:t>keakuratan</a:t>
            </a:r>
            <a:r>
              <a:rPr lang="en-US" sz="2000" dirty="0"/>
              <a:t> yang </a:t>
            </a:r>
            <a:r>
              <a:rPr lang="en-US" sz="2000" dirty="0" err="1"/>
              <a:t>diinginkan</a:t>
            </a:r>
            <a:endParaRPr lang="en-US" sz="2000" dirty="0"/>
          </a:p>
          <a:p>
            <a:pPr marL="0" indent="0">
              <a:buNone/>
            </a:pPr>
            <a:r>
              <a:rPr lang="en-US" sz="2000" dirty="0"/>
              <a:t>4. </a:t>
            </a:r>
            <a:r>
              <a:rPr lang="en-US" sz="2000" dirty="0" err="1"/>
              <a:t>pemilihan</a:t>
            </a:r>
            <a:r>
              <a:rPr lang="en-US" sz="2000" dirty="0"/>
              <a:t> </a:t>
            </a:r>
            <a:r>
              <a:rPr lang="en-US" sz="2000" dirty="0" err="1"/>
              <a:t>metode</a:t>
            </a:r>
            <a:r>
              <a:rPr lang="en-US" sz="2000" dirty="0"/>
              <a:t> yang </a:t>
            </a:r>
            <a:r>
              <a:rPr lang="en-US" sz="2000" dirty="0" err="1"/>
              <a:t>digunakan</a:t>
            </a:r>
            <a:r>
              <a:rPr lang="en-US" sz="2000" dirty="0"/>
              <a:t>.</a:t>
            </a:r>
          </a:p>
        </p:txBody>
      </p:sp>
      <p:pic>
        <p:nvPicPr>
          <p:cNvPr id="5" name="Picture 4" descr="CPU dengan bilangan biner dan cetak biru">
            <a:extLst>
              <a:ext uri="{FF2B5EF4-FFF2-40B4-BE49-F238E27FC236}">
                <a16:creationId xmlns:a16="http://schemas.microsoft.com/office/drawing/2014/main" id="{BEA05310-BD0E-4A8D-BC13-84BA728FE027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33939" r="28039"/>
          <a:stretch/>
        </p:blipFill>
        <p:spPr>
          <a:xfrm>
            <a:off x="68846" y="1064343"/>
            <a:ext cx="4635571" cy="4729313"/>
          </a:xfrm>
          <a:prstGeom prst="ellipse">
            <a:avLst/>
          </a:prstGeom>
          <a:ln>
            <a:noFill/>
          </a:ln>
          <a:effectLst>
            <a:softEdge rad="112500"/>
          </a:effectLst>
        </p:spPr>
      </p:pic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A7F400EE-A8A5-48AF-B4D6-291B52C6F0B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5080934" y="2115117"/>
            <a:ext cx="6309360" cy="0"/>
          </a:xfrm>
          <a:prstGeom prst="line">
            <a:avLst/>
          </a:prstGeom>
          <a:ln w="19050">
            <a:solidFill>
              <a:srgbClr val="87EC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8353383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 txBox="1">
            <a:spLocks/>
          </p:cNvSpPr>
          <p:nvPr/>
        </p:nvSpPr>
        <p:spPr>
          <a:xfrm>
            <a:off x="5896947" y="189335"/>
            <a:ext cx="6092890" cy="1032975"/>
          </a:xfrm>
          <a:prstGeom prst="rect">
            <a:avLst/>
          </a:prstGeom>
        </p:spPr>
        <p:txBody>
          <a:bodyPr vert="horz" lIns="91440" tIns="45720" rIns="91440" bIns="45720" rtlCol="0" anchor="b">
            <a:normAutofit lnSpcReduction="10000"/>
          </a:bodyPr>
          <a:lstStyle>
            <a:lvl1pPr indent="0" algn="ctr" defTabSz="914400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600" b="1">
                <a:ln w="10160">
                  <a:solidFill>
                    <a:schemeClr val="tx1"/>
                  </a:solidFill>
                  <a:prstDash val="solid"/>
                </a:ln>
                <a:solidFill>
                  <a:schemeClr val="accent4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</a:defRPr>
            </a:lvl1pPr>
            <a:lvl2pPr indent="0" algn="ctr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/>
            </a:lvl2pPr>
            <a:lvl3pPr indent="0" algn="ctr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</a:lvl3pPr>
            <a:lvl4pPr indent="0" algn="ctr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/>
            </a:lvl4pPr>
            <a:lvl5pPr indent="0" algn="ctr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/>
            </a:lvl5pPr>
            <a:lvl6pPr indent="0" algn="ctr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/>
            </a:lvl6pPr>
            <a:lvl7pPr indent="0" algn="ctr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/>
            </a:lvl7pPr>
            <a:lvl8pPr indent="0" algn="ctr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/>
            </a:lvl8pPr>
            <a:lvl9pPr indent="0" algn="ctr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/>
            </a:lvl9pPr>
          </a:lstStyle>
          <a:p>
            <a:pPr algn="l">
              <a:spcBef>
                <a:spcPct val="0"/>
              </a:spcBef>
              <a:spcAft>
                <a:spcPts val="600"/>
              </a:spcAft>
            </a:pPr>
            <a:r>
              <a:rPr lang="en-US" dirty="0"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PERAN KOMPUTER PADA METODE NUMERIK</a:t>
            </a:r>
          </a:p>
        </p:txBody>
      </p:sp>
      <p:pic>
        <p:nvPicPr>
          <p:cNvPr id="25" name="Picture 24" descr="Background pattern&#10;&#10;Description automatically generated">
            <a:extLst>
              <a:ext uri="{FF2B5EF4-FFF2-40B4-BE49-F238E27FC236}">
                <a16:creationId xmlns:a16="http://schemas.microsoft.com/office/drawing/2014/main" id="{6BD846DE-8DE9-4AA5-868C-F763061B7E6D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25104" r="15548" b="-2"/>
          <a:stretch/>
        </p:blipFill>
        <p:spPr>
          <a:xfrm>
            <a:off x="3" y="1587"/>
            <a:ext cx="5663680" cy="6370167"/>
          </a:xfrm>
          <a:custGeom>
            <a:avLst/>
            <a:gdLst/>
            <a:ahLst/>
            <a:cxnLst/>
            <a:rect l="l" t="t" r="r" b="b"/>
            <a:pathLst>
              <a:path w="6649908" h="6856413">
                <a:moveTo>
                  <a:pt x="0" y="0"/>
                </a:moveTo>
                <a:lnTo>
                  <a:pt x="6559859" y="0"/>
                </a:lnTo>
                <a:lnTo>
                  <a:pt x="6572145" y="79394"/>
                </a:lnTo>
                <a:cubicBezTo>
                  <a:pt x="6857782" y="2230562"/>
                  <a:pt x="6243159" y="4473353"/>
                  <a:pt x="6528796" y="6624522"/>
                </a:cubicBezTo>
                <a:lnTo>
                  <a:pt x="6564680" y="6856413"/>
                </a:lnTo>
                <a:lnTo>
                  <a:pt x="0" y="6856413"/>
                </a:lnTo>
                <a:close/>
              </a:path>
            </a:pathLst>
          </a:custGeom>
        </p:spPr>
      </p:pic>
      <p:graphicFrame>
        <p:nvGraphicFramePr>
          <p:cNvPr id="24" name="TextBox 18">
            <a:extLst>
              <a:ext uri="{FF2B5EF4-FFF2-40B4-BE49-F238E27FC236}">
                <a16:creationId xmlns:a16="http://schemas.microsoft.com/office/drawing/2014/main" id="{9A62F533-8B1E-4A90-9EAD-18B34270A606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520250399"/>
              </p:ext>
            </p:extLst>
          </p:nvPr>
        </p:nvGraphicFramePr>
        <p:xfrm>
          <a:off x="6096000" y="1310245"/>
          <a:ext cx="5595257" cy="468000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</p:spTree>
    <p:extLst>
      <p:ext uri="{BB962C8B-B14F-4D97-AF65-F5344CB8AC3E}">
        <p14:creationId xmlns:p14="http://schemas.microsoft.com/office/powerpoint/2010/main" val="251054293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AFD6D991-744C-48CB-948F-FD4E405F7BE5}"/>
              </a:ext>
            </a:extLst>
          </p:cNvPr>
          <p:cNvSpPr txBox="1">
            <a:spLocks/>
          </p:cNvSpPr>
          <p:nvPr/>
        </p:nvSpPr>
        <p:spPr>
          <a:xfrm>
            <a:off x="4965430" y="629268"/>
            <a:ext cx="6586491" cy="128616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indent="0" algn="ctr" defTabSz="914400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600" b="1">
                <a:ln w="10160">
                  <a:solidFill>
                    <a:schemeClr val="tx1"/>
                  </a:solidFill>
                  <a:prstDash val="solid"/>
                </a:ln>
                <a:solidFill>
                  <a:schemeClr val="accent4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</a:defRPr>
            </a:lvl1pPr>
            <a:lvl2pPr indent="0" algn="ctr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/>
            </a:lvl2pPr>
            <a:lvl3pPr indent="0" algn="ctr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</a:lvl3pPr>
            <a:lvl4pPr indent="0" algn="ctr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/>
            </a:lvl4pPr>
            <a:lvl5pPr indent="0" algn="ctr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/>
            </a:lvl5pPr>
            <a:lvl6pPr indent="0" algn="ctr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/>
            </a:lvl6pPr>
            <a:lvl7pPr indent="0" algn="ctr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/>
            </a:lvl7pPr>
            <a:lvl8pPr indent="0" algn="ctr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/>
            </a:lvl8pPr>
            <a:lvl9pPr indent="0" algn="ctr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/>
            </a:lvl9pPr>
          </a:lstStyle>
          <a:p>
            <a:pPr algn="l">
              <a:spcBef>
                <a:spcPct val="0"/>
              </a:spcBef>
              <a:spcAft>
                <a:spcPts val="600"/>
              </a:spcAft>
            </a:pPr>
            <a:r>
              <a:rPr lang="en-US" dirty="0"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PERAN KOMPUTER PADA METODE NUMERIK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DABC6F2-424B-4DBD-8845-0875791D5BC6}"/>
              </a:ext>
            </a:extLst>
          </p:cNvPr>
          <p:cNvSpPr txBox="1"/>
          <p:nvPr/>
        </p:nvSpPr>
        <p:spPr>
          <a:xfrm>
            <a:off x="4965431" y="2438400"/>
            <a:ext cx="6586489" cy="3785419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 lnSpcReduction="10000"/>
          </a:bodyPr>
          <a:lstStyle/>
          <a:p>
            <a:pPr>
              <a:lnSpc>
                <a:spcPct val="150000"/>
              </a:lnSpc>
              <a:spcAft>
                <a:spcPts val="600"/>
              </a:spcAft>
            </a:pPr>
            <a:r>
              <a:rPr lang="en-US" sz="2000" dirty="0" err="1"/>
              <a:t>Jelaslah</a:t>
            </a:r>
            <a:r>
              <a:rPr lang="en-US" sz="2000" dirty="0"/>
              <a:t> </a:t>
            </a:r>
            <a:r>
              <a:rPr lang="en-US" sz="2000" dirty="0" err="1"/>
              <a:t>bahwa</a:t>
            </a:r>
            <a:r>
              <a:rPr lang="en-US" sz="2000" dirty="0"/>
              <a:t> </a:t>
            </a:r>
            <a:r>
              <a:rPr lang="en-US" sz="2000" dirty="0" err="1"/>
              <a:t>kecepatan</a:t>
            </a:r>
            <a:r>
              <a:rPr lang="en-US" sz="2000" dirty="0"/>
              <a:t> </a:t>
            </a:r>
            <a:r>
              <a:rPr lang="en-US" sz="2000" dirty="0" err="1"/>
              <a:t>tinggi</a:t>
            </a:r>
            <a:r>
              <a:rPr lang="en-US" sz="2000" dirty="0"/>
              <a:t>, </a:t>
            </a:r>
            <a:r>
              <a:rPr lang="en-US" sz="2000" dirty="0" err="1"/>
              <a:t>keandalan</a:t>
            </a:r>
            <a:r>
              <a:rPr lang="en-US" sz="2000" dirty="0"/>
              <a:t>, dan </a:t>
            </a:r>
            <a:r>
              <a:rPr lang="en-US" sz="2000" dirty="0" err="1"/>
              <a:t>fleksibilitas</a:t>
            </a:r>
            <a:r>
              <a:rPr lang="en-US" sz="2000" dirty="0"/>
              <a:t> </a:t>
            </a:r>
            <a:r>
              <a:rPr lang="en-US" sz="2000" dirty="0" err="1"/>
              <a:t>komputer</a:t>
            </a:r>
            <a:r>
              <a:rPr lang="en-US" sz="2000" dirty="0"/>
              <a:t> </a:t>
            </a:r>
            <a:r>
              <a:rPr lang="en-US" sz="2000" dirty="0" err="1"/>
              <a:t>memberikan</a:t>
            </a:r>
            <a:r>
              <a:rPr lang="en-US" sz="2000" dirty="0"/>
              <a:t> </a:t>
            </a:r>
            <a:r>
              <a:rPr lang="en-US" sz="2000" dirty="0" err="1"/>
              <a:t>akses</a:t>
            </a:r>
            <a:r>
              <a:rPr lang="en-US" sz="2000" dirty="0"/>
              <a:t> </a:t>
            </a:r>
            <a:r>
              <a:rPr lang="en-US" sz="2000" dirty="0" err="1"/>
              <a:t>untuk</a:t>
            </a:r>
            <a:r>
              <a:rPr lang="en-US" sz="2000" dirty="0"/>
              <a:t> </a:t>
            </a:r>
            <a:r>
              <a:rPr lang="en-US" sz="2000" dirty="0" err="1"/>
              <a:t>penyelesaian</a:t>
            </a:r>
            <a:r>
              <a:rPr lang="en-US" sz="2000" dirty="0"/>
              <a:t> masalah </a:t>
            </a:r>
            <a:r>
              <a:rPr lang="en-US" sz="2000" dirty="0" err="1"/>
              <a:t>praktek.Sebagai</a:t>
            </a:r>
            <a:r>
              <a:rPr lang="en-US" sz="2000" dirty="0"/>
              <a:t> </a:t>
            </a:r>
            <a:r>
              <a:rPr lang="en-US" sz="2000" dirty="0" err="1"/>
              <a:t>contoh</a:t>
            </a:r>
            <a:r>
              <a:rPr lang="en-US" sz="2000" dirty="0"/>
              <a:t>, </a:t>
            </a:r>
            <a:r>
              <a:rPr lang="en-US" sz="2000" dirty="0" err="1"/>
              <a:t>solusi</a:t>
            </a:r>
            <a:r>
              <a:rPr lang="en-US" sz="2000" dirty="0"/>
              <a:t> </a:t>
            </a:r>
            <a:r>
              <a:rPr lang="en-US" sz="2000" dirty="0" err="1"/>
              <a:t>sistem</a:t>
            </a:r>
            <a:r>
              <a:rPr lang="en-US" sz="2000" dirty="0"/>
              <a:t> </a:t>
            </a:r>
            <a:r>
              <a:rPr lang="en-US" sz="2000" dirty="0" err="1"/>
              <a:t>persamaan</a:t>
            </a:r>
            <a:r>
              <a:rPr lang="en-US" sz="2000" dirty="0"/>
              <a:t> </a:t>
            </a:r>
            <a:r>
              <a:rPr lang="en-US" sz="2000" dirty="0" err="1"/>
              <a:t>lanjar</a:t>
            </a:r>
            <a:r>
              <a:rPr lang="en-US" sz="2000" dirty="0"/>
              <a:t> yang </a:t>
            </a:r>
            <a:r>
              <a:rPr lang="en-US" sz="2000" dirty="0" err="1"/>
              <a:t>besar</a:t>
            </a:r>
            <a:r>
              <a:rPr lang="en-US" sz="2000" dirty="0"/>
              <a:t> </a:t>
            </a:r>
            <a:r>
              <a:rPr lang="en-US" sz="2000" dirty="0" err="1"/>
              <a:t>menjadi</a:t>
            </a:r>
            <a:r>
              <a:rPr lang="en-US" sz="2000" dirty="0"/>
              <a:t> </a:t>
            </a:r>
            <a:r>
              <a:rPr lang="en-US" sz="2000" dirty="0" err="1"/>
              <a:t>lebih</a:t>
            </a:r>
            <a:r>
              <a:rPr lang="en-US" sz="2000" dirty="0"/>
              <a:t> </a:t>
            </a:r>
            <a:r>
              <a:rPr lang="en-US" sz="2000" dirty="0" err="1"/>
              <a:t>mudah</a:t>
            </a:r>
            <a:r>
              <a:rPr lang="en-US" sz="2000" dirty="0"/>
              <a:t> dan </a:t>
            </a:r>
            <a:r>
              <a:rPr lang="en-US" sz="2000" dirty="0" err="1"/>
              <a:t>lebih</a:t>
            </a:r>
            <a:r>
              <a:rPr lang="en-US" sz="2000" dirty="0"/>
              <a:t> </a:t>
            </a:r>
            <a:r>
              <a:rPr lang="en-US" sz="2000" dirty="0" err="1"/>
              <a:t>cepat</a:t>
            </a:r>
            <a:r>
              <a:rPr lang="en-US" sz="2000" dirty="0"/>
              <a:t> </a:t>
            </a:r>
            <a:r>
              <a:rPr lang="en-US" sz="2000" dirty="0" err="1"/>
              <a:t>diselesaikan</a:t>
            </a:r>
            <a:r>
              <a:rPr lang="en-US" sz="2000" dirty="0"/>
              <a:t> </a:t>
            </a:r>
            <a:r>
              <a:rPr lang="en-US" sz="2000" dirty="0" err="1"/>
              <a:t>dengan</a:t>
            </a:r>
            <a:r>
              <a:rPr lang="en-US" sz="2000" dirty="0"/>
              <a:t> </a:t>
            </a:r>
            <a:r>
              <a:rPr lang="en-US" sz="2000" dirty="0" err="1"/>
              <a:t>komputer</a:t>
            </a:r>
            <a:r>
              <a:rPr lang="en-US" sz="2000" dirty="0"/>
              <a:t>. </a:t>
            </a:r>
            <a:r>
              <a:rPr lang="en-US" sz="2000" dirty="0" err="1"/>
              <a:t>Perkembangan</a:t>
            </a:r>
            <a:r>
              <a:rPr lang="en-US" sz="2000" dirty="0"/>
              <a:t> yang </a:t>
            </a:r>
            <a:r>
              <a:rPr lang="en-US" sz="2000" dirty="0" err="1"/>
              <a:t>cepat</a:t>
            </a:r>
            <a:r>
              <a:rPr lang="en-US" sz="2000" dirty="0"/>
              <a:t> </a:t>
            </a:r>
            <a:r>
              <a:rPr lang="en-US" sz="2000" dirty="0" err="1"/>
              <a:t>dalam</a:t>
            </a:r>
            <a:r>
              <a:rPr lang="en-US" sz="2000" dirty="0"/>
              <a:t> </a:t>
            </a:r>
            <a:r>
              <a:rPr lang="en-US" sz="2000" dirty="0" err="1"/>
              <a:t>metode</a:t>
            </a:r>
            <a:r>
              <a:rPr lang="en-US" sz="2000" dirty="0"/>
              <a:t> </a:t>
            </a:r>
            <a:r>
              <a:rPr lang="en-US" sz="2000" dirty="0" err="1"/>
              <a:t>numerik</a:t>
            </a:r>
            <a:r>
              <a:rPr lang="en-US" sz="2000" dirty="0"/>
              <a:t> </a:t>
            </a:r>
            <a:r>
              <a:rPr lang="en-US" sz="2000" dirty="0" err="1"/>
              <a:t>antara</a:t>
            </a:r>
            <a:r>
              <a:rPr lang="en-US" sz="2000" dirty="0"/>
              <a:t> lain </a:t>
            </a:r>
            <a:r>
              <a:rPr lang="en-US" sz="2000" dirty="0" err="1"/>
              <a:t>ialah</a:t>
            </a:r>
            <a:r>
              <a:rPr lang="en-US" sz="2000" dirty="0"/>
              <a:t> </a:t>
            </a:r>
            <a:r>
              <a:rPr lang="en-US" sz="2000" dirty="0" err="1"/>
              <a:t>penemuan</a:t>
            </a:r>
            <a:r>
              <a:rPr lang="en-US" sz="2000" dirty="0"/>
              <a:t> </a:t>
            </a:r>
            <a:r>
              <a:rPr lang="en-US" sz="2000" dirty="0" err="1"/>
              <a:t>metode</a:t>
            </a:r>
            <a:r>
              <a:rPr lang="en-US" sz="2000" dirty="0"/>
              <a:t> </a:t>
            </a:r>
            <a:r>
              <a:rPr lang="en-US" sz="2000" dirty="0" err="1"/>
              <a:t>baru</a:t>
            </a:r>
            <a:r>
              <a:rPr lang="en-US" sz="2000" dirty="0"/>
              <a:t>, </a:t>
            </a:r>
            <a:r>
              <a:rPr lang="en-US" sz="2000" dirty="0" err="1"/>
              <a:t>modifikasi</a:t>
            </a:r>
            <a:r>
              <a:rPr lang="en-US" sz="2000" dirty="0"/>
              <a:t> </a:t>
            </a:r>
            <a:r>
              <a:rPr lang="en-US" sz="2000" dirty="0" err="1"/>
              <a:t>metode</a:t>
            </a:r>
            <a:r>
              <a:rPr lang="en-US" sz="2000" dirty="0"/>
              <a:t> yang </a:t>
            </a:r>
            <a:r>
              <a:rPr lang="en-US" sz="2000" dirty="0" err="1"/>
              <a:t>sudah</a:t>
            </a:r>
            <a:r>
              <a:rPr lang="en-US" sz="2000" dirty="0"/>
              <a:t> </a:t>
            </a:r>
            <a:r>
              <a:rPr lang="en-US" sz="2000" dirty="0" err="1"/>
              <a:t>ada</a:t>
            </a:r>
            <a:r>
              <a:rPr lang="en-US" sz="2000" dirty="0"/>
              <a:t> agar </a:t>
            </a:r>
            <a:r>
              <a:rPr lang="en-US" sz="2000" dirty="0" err="1"/>
              <a:t>lebih</a:t>
            </a:r>
            <a:r>
              <a:rPr lang="en-US" sz="2000" dirty="0"/>
              <a:t> </a:t>
            </a:r>
            <a:r>
              <a:rPr lang="en-US" sz="2000" dirty="0" err="1"/>
              <a:t>mangkus</a:t>
            </a:r>
            <a:r>
              <a:rPr lang="en-US" sz="2000" dirty="0"/>
              <a:t>, </a:t>
            </a:r>
            <a:r>
              <a:rPr lang="en-US" sz="2000" dirty="0" err="1"/>
              <a:t>analisis</a:t>
            </a:r>
            <a:r>
              <a:rPr lang="en-US" sz="2000" dirty="0"/>
              <a:t> </a:t>
            </a:r>
            <a:r>
              <a:rPr lang="en-US" sz="2000" dirty="0" err="1"/>
              <a:t>teoritis</a:t>
            </a:r>
            <a:r>
              <a:rPr lang="en-US" sz="2000" dirty="0"/>
              <a:t> dan </a:t>
            </a:r>
            <a:r>
              <a:rPr lang="en-US" sz="2000" dirty="0" err="1"/>
              <a:t>praktis</a:t>
            </a:r>
            <a:r>
              <a:rPr lang="en-US" sz="2000" dirty="0"/>
              <a:t> </a:t>
            </a:r>
            <a:r>
              <a:rPr lang="en-US" sz="2000" dirty="0" err="1"/>
              <a:t>algoritma</a:t>
            </a:r>
            <a:r>
              <a:rPr lang="en-US" sz="2000" dirty="0"/>
              <a:t> </a:t>
            </a:r>
            <a:r>
              <a:rPr lang="en-US" sz="2000" dirty="0" err="1"/>
              <a:t>untuk</a:t>
            </a:r>
            <a:r>
              <a:rPr lang="en-US" sz="2000" dirty="0"/>
              <a:t> proses </a:t>
            </a:r>
            <a:r>
              <a:rPr lang="en-US" sz="2000" dirty="0" err="1"/>
              <a:t>perhitungan</a:t>
            </a:r>
            <a:r>
              <a:rPr lang="en-US" sz="2000" dirty="0"/>
              <a:t> </a:t>
            </a:r>
            <a:r>
              <a:rPr lang="en-US" sz="2000" dirty="0" err="1"/>
              <a:t>baku</a:t>
            </a:r>
            <a:r>
              <a:rPr lang="en-US" sz="2000" dirty="0"/>
              <a:t>, </a:t>
            </a:r>
            <a:r>
              <a:rPr lang="en-US" sz="2000" dirty="0" err="1"/>
              <a:t>pengkajian</a:t>
            </a:r>
            <a:r>
              <a:rPr lang="en-US" sz="2000" dirty="0"/>
              <a:t> </a:t>
            </a:r>
            <a:r>
              <a:rPr lang="en-US" sz="2000" dirty="0" err="1"/>
              <a:t>galat</a:t>
            </a:r>
            <a:r>
              <a:rPr lang="en-US" sz="2000" dirty="0"/>
              <a:t>, dan </a:t>
            </a:r>
            <a:r>
              <a:rPr lang="en-US" sz="2000" dirty="0" err="1"/>
              <a:t>penghilangan</a:t>
            </a:r>
            <a:r>
              <a:rPr lang="en-US" sz="2000" dirty="0"/>
              <a:t> </a:t>
            </a:r>
            <a:r>
              <a:rPr lang="en-US" sz="2000" dirty="0" err="1"/>
              <a:t>jebakan</a:t>
            </a:r>
            <a:r>
              <a:rPr lang="en-US" sz="2000" dirty="0"/>
              <a:t> yang </a:t>
            </a:r>
            <a:r>
              <a:rPr lang="en-US" sz="2000" dirty="0" err="1"/>
              <a:t>ada</a:t>
            </a:r>
            <a:r>
              <a:rPr lang="en-US" sz="2000" dirty="0"/>
              <a:t> pada </a:t>
            </a:r>
            <a:r>
              <a:rPr lang="en-US" sz="2000" dirty="0" err="1"/>
              <a:t>metode</a:t>
            </a:r>
            <a:r>
              <a:rPr lang="en-US" sz="2000" dirty="0"/>
              <a:t>.</a:t>
            </a:r>
          </a:p>
        </p:txBody>
      </p:sp>
      <p:pic>
        <p:nvPicPr>
          <p:cNvPr id="12" name="Picture 5" descr="Latar belakang ruang kerja">
            <a:extLst>
              <a:ext uri="{FF2B5EF4-FFF2-40B4-BE49-F238E27FC236}">
                <a16:creationId xmlns:a16="http://schemas.microsoft.com/office/drawing/2014/main" id="{C12182CA-5AAD-40FF-A71C-AB90CD418A79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54882" r="-1" b="-1"/>
          <a:stretch/>
        </p:blipFill>
        <p:spPr>
          <a:xfrm>
            <a:off x="21" y="10"/>
            <a:ext cx="4313240" cy="6381125"/>
          </a:xfrm>
          <a:prstGeom prst="rect">
            <a:avLst/>
          </a:prstGeom>
          <a:effectLst/>
        </p:spPr>
      </p:pic>
      <p:cxnSp>
        <p:nvCxnSpPr>
          <p:cNvPr id="13" name="Straight Connector 9">
            <a:extLst>
              <a:ext uri="{FF2B5EF4-FFF2-40B4-BE49-F238E27FC236}">
                <a16:creationId xmlns:a16="http://schemas.microsoft.com/office/drawing/2014/main" id="{A7F400EE-A8A5-48AF-B4D6-291B52C6F0B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5080934" y="2115117"/>
            <a:ext cx="6309360" cy="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6371434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A0A65EEA-32AB-4A5F-ABFE-4DCBC4C82142}"/>
              </a:ext>
            </a:extLst>
          </p:cNvPr>
          <p:cNvSpPr txBox="1"/>
          <p:nvPr/>
        </p:nvSpPr>
        <p:spPr>
          <a:xfrm>
            <a:off x="4942368" y="347519"/>
            <a:ext cx="6586491" cy="128616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pPr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3200" b="1" dirty="0">
                <a:ln w="10160">
                  <a:solidFill>
                    <a:schemeClr val="tx1"/>
                  </a:solidFill>
                  <a:prstDash val="solid"/>
                </a:ln>
                <a:solidFill>
                  <a:schemeClr val="accent4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APROKSIMASI (HAMPIRAN/</a:t>
            </a:r>
          </a:p>
          <a:p>
            <a:pPr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3200" b="1" dirty="0">
                <a:ln w="10160">
                  <a:solidFill>
                    <a:schemeClr val="tx1"/>
                  </a:solidFill>
                  <a:prstDash val="solid"/>
                </a:ln>
                <a:solidFill>
                  <a:schemeClr val="accent4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PENDEKATAN)</a:t>
            </a:r>
          </a:p>
        </p:txBody>
      </p:sp>
      <p:pic>
        <p:nvPicPr>
          <p:cNvPr id="19" name="Picture 18" descr="A close-up of a microscope&#10;&#10;Description automatically generated with low confidence">
            <a:extLst>
              <a:ext uri="{FF2B5EF4-FFF2-40B4-BE49-F238E27FC236}">
                <a16:creationId xmlns:a16="http://schemas.microsoft.com/office/drawing/2014/main" id="{410E9A88-BE84-418E-A96A-F1D4FD72450B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31625" r="30353"/>
          <a:stretch/>
        </p:blipFill>
        <p:spPr>
          <a:xfrm>
            <a:off x="20" y="10"/>
            <a:ext cx="4635571" cy="6391458"/>
          </a:xfrm>
          <a:prstGeom prst="rect">
            <a:avLst/>
          </a:prstGeom>
          <a:effectLst/>
        </p:spPr>
      </p:pic>
      <p:cxnSp>
        <p:nvCxnSpPr>
          <p:cNvPr id="30" name="Straight Connector 22">
            <a:extLst>
              <a:ext uri="{FF2B5EF4-FFF2-40B4-BE49-F238E27FC236}">
                <a16:creationId xmlns:a16="http://schemas.microsoft.com/office/drawing/2014/main" id="{A7F400EE-A8A5-48AF-B4D6-291B52C6F0B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5080934" y="2115117"/>
            <a:ext cx="6309360" cy="0"/>
          </a:xfrm>
          <a:prstGeom prst="line">
            <a:avLst/>
          </a:prstGeom>
          <a:ln w="19050">
            <a:solidFill>
              <a:srgbClr val="49648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18" name="TextBox 4">
            <a:extLst>
              <a:ext uri="{FF2B5EF4-FFF2-40B4-BE49-F238E27FC236}">
                <a16:creationId xmlns:a16="http://schemas.microsoft.com/office/drawing/2014/main" id="{592F608A-9468-483C-86F7-C64206E1D28A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630407766"/>
              </p:ext>
            </p:extLst>
          </p:nvPr>
        </p:nvGraphicFramePr>
        <p:xfrm>
          <a:off x="4942368" y="2242457"/>
          <a:ext cx="6852943" cy="400905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301096998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extBox 2">
            <a:extLst>
              <a:ext uri="{FF2B5EF4-FFF2-40B4-BE49-F238E27FC236}">
                <a16:creationId xmlns:a16="http://schemas.microsoft.com/office/drawing/2014/main" id="{66EF2DBE-70FD-4241-A903-C649FF392BB9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770272128"/>
              </p:ext>
            </p:extLst>
          </p:nvPr>
        </p:nvGraphicFramePr>
        <p:xfrm>
          <a:off x="838200" y="1825625"/>
          <a:ext cx="10515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86748160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B3925431-EE58-4BB8-9134-C29EF4B965B2}"/>
              </a:ext>
            </a:extLst>
          </p:cNvPr>
          <p:cNvSpPr txBox="1"/>
          <p:nvPr/>
        </p:nvSpPr>
        <p:spPr>
          <a:xfrm>
            <a:off x="1913468" y="365125"/>
            <a:ext cx="9440332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5400" b="1" kern="1200">
                <a:ln w="10160">
                  <a:solidFill>
                    <a:schemeClr val="tx1"/>
                  </a:solidFill>
                  <a:prstDash val="solid"/>
                </a:ln>
                <a:solidFill>
                  <a:schemeClr val="tx1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  <a:latin typeface="+mj-lt"/>
                <a:ea typeface="+mj-ea"/>
                <a:cs typeface="+mj-cs"/>
              </a:rPr>
              <a:t>ANGKA SIGNIFIKAN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F0330B1-AAAC-427D-8A95-40380162BC6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6124" cy="6858000"/>
          </a:xfrm>
          <a:prstGeom prst="rect">
            <a:avLst/>
          </a:prstGeom>
          <a:solidFill>
            <a:srgbClr val="4472C4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graphicFrame>
        <p:nvGraphicFramePr>
          <p:cNvPr id="6" name="TextBox 2">
            <a:extLst>
              <a:ext uri="{FF2B5EF4-FFF2-40B4-BE49-F238E27FC236}">
                <a16:creationId xmlns:a16="http://schemas.microsoft.com/office/drawing/2014/main" id="{65C38D0C-D025-4546-9197-EDE1A2F6577D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29612401"/>
              </p:ext>
            </p:extLst>
          </p:nvPr>
        </p:nvGraphicFramePr>
        <p:xfrm>
          <a:off x="838200" y="1825625"/>
          <a:ext cx="10515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38090337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9A266094-5147-49D2-B39B-CE613C3E7DDD}"/>
              </a:ext>
            </a:extLst>
          </p:cNvPr>
          <p:cNvSpPr txBox="1"/>
          <p:nvPr/>
        </p:nvSpPr>
        <p:spPr>
          <a:xfrm>
            <a:off x="4965431" y="2438400"/>
            <a:ext cx="6586489" cy="378541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sz="2000" dirty="0"/>
              <a:t>a. AS </a:t>
            </a:r>
            <a:r>
              <a:rPr lang="en-US" sz="2000" dirty="0" err="1"/>
              <a:t>akan</a:t>
            </a:r>
            <a:r>
              <a:rPr lang="en-US" sz="2000" dirty="0"/>
              <a:t> </a:t>
            </a:r>
            <a:r>
              <a:rPr lang="en-US" sz="2000" dirty="0" err="1"/>
              <a:t>memberikan</a:t>
            </a:r>
            <a:r>
              <a:rPr lang="en-US" sz="2000" dirty="0"/>
              <a:t> </a:t>
            </a:r>
            <a:r>
              <a:rPr lang="en-US" sz="2000" dirty="0" err="1"/>
              <a:t>kriteria</a:t>
            </a:r>
            <a:r>
              <a:rPr lang="en-US" sz="2000" dirty="0"/>
              <a:t> </a:t>
            </a:r>
            <a:r>
              <a:rPr lang="en-US" sz="2000" dirty="0" err="1"/>
              <a:t>untuk</a:t>
            </a:r>
            <a:r>
              <a:rPr lang="en-US" sz="2000" dirty="0"/>
              <a:t> </a:t>
            </a:r>
            <a:r>
              <a:rPr lang="en-US" sz="2000" dirty="0" err="1"/>
              <a:t>merinci</a:t>
            </a:r>
            <a:r>
              <a:rPr lang="en-US" sz="2000" dirty="0"/>
              <a:t> </a:t>
            </a:r>
            <a:r>
              <a:rPr lang="en-US" sz="2000" dirty="0" err="1"/>
              <a:t>seberapa</a:t>
            </a:r>
            <a:r>
              <a:rPr lang="en-US" sz="2000" dirty="0"/>
              <a:t> </a:t>
            </a:r>
            <a:r>
              <a:rPr lang="en-US" sz="2000" dirty="0" err="1"/>
              <a:t>keyakinan</a:t>
            </a:r>
            <a:r>
              <a:rPr lang="en-US" sz="2000" dirty="0"/>
              <a:t> </a:t>
            </a:r>
            <a:r>
              <a:rPr lang="en-US" sz="2000" dirty="0" err="1"/>
              <a:t>kita</a:t>
            </a:r>
            <a:r>
              <a:rPr lang="en-US" sz="2000" dirty="0"/>
              <a:t> </a:t>
            </a:r>
            <a:r>
              <a:rPr lang="en-US" sz="2000" dirty="0" err="1"/>
              <a:t>mengenai</a:t>
            </a:r>
            <a:r>
              <a:rPr lang="en-US" sz="2000" dirty="0"/>
              <a:t> </a:t>
            </a:r>
            <a:r>
              <a:rPr lang="en-US" sz="2000" dirty="0" err="1"/>
              <a:t>hasil</a:t>
            </a:r>
            <a:r>
              <a:rPr lang="en-US" sz="2000" dirty="0"/>
              <a:t> </a:t>
            </a:r>
            <a:r>
              <a:rPr lang="en-US" sz="2000" dirty="0" err="1"/>
              <a:t>pendekatan</a:t>
            </a:r>
            <a:r>
              <a:rPr lang="en-US" sz="2000" dirty="0"/>
              <a:t> </a:t>
            </a:r>
            <a:r>
              <a:rPr lang="en-US" sz="2000" dirty="0" err="1"/>
              <a:t>dalam</a:t>
            </a:r>
            <a:r>
              <a:rPr lang="en-US" sz="2000" dirty="0"/>
              <a:t> </a:t>
            </a:r>
            <a:r>
              <a:rPr lang="en-US" sz="2000" dirty="0" err="1"/>
              <a:t>metode</a:t>
            </a:r>
            <a:r>
              <a:rPr lang="en-US" sz="2000" dirty="0"/>
              <a:t> numeric</a:t>
            </a:r>
          </a:p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sz="2000" dirty="0"/>
              <a:t>b. AS </a:t>
            </a:r>
            <a:r>
              <a:rPr lang="en-US" sz="2000" dirty="0" err="1"/>
              <a:t>akan</a:t>
            </a:r>
            <a:r>
              <a:rPr lang="en-US" sz="2000" dirty="0"/>
              <a:t> </a:t>
            </a:r>
            <a:r>
              <a:rPr lang="en-US" sz="2000" dirty="0" err="1"/>
              <a:t>memberikan</a:t>
            </a:r>
            <a:r>
              <a:rPr lang="en-US" sz="2000" dirty="0"/>
              <a:t> </a:t>
            </a:r>
            <a:r>
              <a:rPr lang="en-US" sz="2000" dirty="0" err="1"/>
              <a:t>pengabaian</a:t>
            </a:r>
            <a:r>
              <a:rPr lang="en-US" sz="2000" dirty="0"/>
              <a:t> </a:t>
            </a:r>
            <a:r>
              <a:rPr lang="en-US" sz="2000" dirty="0" err="1"/>
              <a:t>dari</a:t>
            </a:r>
            <a:r>
              <a:rPr lang="en-US" sz="2000" dirty="0"/>
              <a:t> AS </a:t>
            </a:r>
            <a:r>
              <a:rPr lang="en-US" sz="2000" dirty="0" err="1"/>
              <a:t>sisa</a:t>
            </a:r>
            <a:r>
              <a:rPr lang="en-US" sz="2000" dirty="0"/>
              <a:t> </a:t>
            </a:r>
            <a:r>
              <a:rPr lang="en-US" sz="2000" dirty="0" err="1"/>
              <a:t>untuk</a:t>
            </a:r>
            <a:r>
              <a:rPr lang="en-US" sz="2000" dirty="0"/>
              <a:t> </a:t>
            </a:r>
            <a:r>
              <a:rPr lang="en-US" sz="2000" dirty="0" err="1"/>
              <a:t>besaran-besaran</a:t>
            </a:r>
            <a:r>
              <a:rPr lang="en-US" sz="2000" dirty="0"/>
              <a:t> yang </a:t>
            </a:r>
            <a:r>
              <a:rPr lang="en-US" sz="2000" dirty="0" err="1"/>
              <a:t>spesifik</a:t>
            </a:r>
            <a:r>
              <a:rPr lang="en-US" sz="2000" dirty="0"/>
              <a:t> yang </a:t>
            </a:r>
            <a:r>
              <a:rPr lang="en-US" sz="2000" dirty="0" err="1"/>
              <a:t>tidak</a:t>
            </a:r>
            <a:r>
              <a:rPr lang="en-US" sz="2000" dirty="0"/>
              <a:t> bias </a:t>
            </a:r>
            <a:r>
              <a:rPr lang="en-US" sz="2000" dirty="0" err="1"/>
              <a:t>dinyatakan</a:t>
            </a:r>
            <a:r>
              <a:rPr lang="en-US" sz="2000" dirty="0"/>
              <a:t> </a:t>
            </a:r>
            <a:r>
              <a:rPr lang="en-US" sz="2000" dirty="0" err="1"/>
              <a:t>secara</a:t>
            </a:r>
            <a:r>
              <a:rPr lang="en-US" sz="2000" dirty="0"/>
              <a:t> </a:t>
            </a:r>
            <a:r>
              <a:rPr lang="en-US" sz="2000" dirty="0" err="1"/>
              <a:t>eksak</a:t>
            </a:r>
            <a:r>
              <a:rPr lang="en-US" sz="2000" dirty="0"/>
              <a:t> </a:t>
            </a:r>
            <a:r>
              <a:rPr lang="en-US" sz="2000" dirty="0" err="1"/>
              <a:t>karena</a:t>
            </a:r>
            <a:r>
              <a:rPr lang="en-US" sz="2000" dirty="0"/>
              <a:t> </a:t>
            </a:r>
            <a:r>
              <a:rPr lang="en-US" sz="2000" dirty="0" err="1"/>
              <a:t>jumlah</a:t>
            </a:r>
            <a:r>
              <a:rPr lang="en-US" sz="2000" dirty="0"/>
              <a:t> digit yang </a:t>
            </a:r>
            <a:r>
              <a:rPr lang="en-US" sz="2000" dirty="0" err="1"/>
              <a:t>terbatas</a:t>
            </a:r>
            <a:r>
              <a:rPr lang="en-US" sz="2000" dirty="0"/>
              <a:t> → </a:t>
            </a:r>
            <a:r>
              <a:rPr lang="en-US" sz="2000" dirty="0" err="1"/>
              <a:t>kesalahan</a:t>
            </a:r>
            <a:r>
              <a:rPr lang="en-US" sz="2000" dirty="0"/>
              <a:t> </a:t>
            </a:r>
            <a:r>
              <a:rPr lang="en-US" sz="2000" dirty="0" err="1"/>
              <a:t>pembulatan</a:t>
            </a:r>
            <a:r>
              <a:rPr lang="en-US" sz="2000" dirty="0"/>
              <a:t> (round-off error)</a:t>
            </a:r>
          </a:p>
        </p:txBody>
      </p:sp>
      <p:pic>
        <p:nvPicPr>
          <p:cNvPr id="11" name="Picture 4" descr="Nomor plastik mainan">
            <a:extLst>
              <a:ext uri="{FF2B5EF4-FFF2-40B4-BE49-F238E27FC236}">
                <a16:creationId xmlns:a16="http://schemas.microsoft.com/office/drawing/2014/main" id="{42859A94-13D8-4178-B65B-33D29282ACEF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24361" r="30520" b="-1"/>
          <a:stretch/>
        </p:blipFill>
        <p:spPr>
          <a:xfrm>
            <a:off x="20" y="10"/>
            <a:ext cx="4306509" cy="6371167"/>
          </a:xfrm>
          <a:prstGeom prst="rect">
            <a:avLst/>
          </a:prstGeom>
          <a:effectLst/>
        </p:spPr>
      </p:pic>
      <p:cxnSp>
        <p:nvCxnSpPr>
          <p:cNvPr id="12" name="Straight Connector 8">
            <a:extLst>
              <a:ext uri="{FF2B5EF4-FFF2-40B4-BE49-F238E27FC236}">
                <a16:creationId xmlns:a16="http://schemas.microsoft.com/office/drawing/2014/main" id="{A7F400EE-A8A5-48AF-B4D6-291B52C6F0B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5080934" y="2115117"/>
            <a:ext cx="6309360" cy="0"/>
          </a:xfrm>
          <a:prstGeom prst="line">
            <a:avLst/>
          </a:prstGeom>
          <a:ln w="19050">
            <a:solidFill>
              <a:srgbClr val="F0980C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itle 1">
            <a:extLst>
              <a:ext uri="{FF2B5EF4-FFF2-40B4-BE49-F238E27FC236}">
                <a16:creationId xmlns:a16="http://schemas.microsoft.com/office/drawing/2014/main" id="{8ECCE6AF-B433-4B35-B7F6-08B7A16AB9A5}"/>
              </a:ext>
            </a:extLst>
          </p:cNvPr>
          <p:cNvSpPr txBox="1">
            <a:spLocks/>
          </p:cNvSpPr>
          <p:nvPr/>
        </p:nvSpPr>
        <p:spPr>
          <a:xfrm>
            <a:off x="4568418" y="418862"/>
            <a:ext cx="7380514" cy="1023076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indent="0" algn="ctr" defTabSz="914400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600" b="1">
                <a:ln w="10160">
                  <a:solidFill>
                    <a:schemeClr val="tx1"/>
                  </a:solidFill>
                  <a:prstDash val="solid"/>
                </a:ln>
                <a:solidFill>
                  <a:schemeClr val="accent4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</a:defRPr>
            </a:lvl1pPr>
            <a:lvl2pPr indent="0" algn="ctr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/>
            </a:lvl2pPr>
            <a:lvl3pPr indent="0" algn="ctr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</a:lvl3pPr>
            <a:lvl4pPr indent="0" algn="ctr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/>
            </a:lvl4pPr>
            <a:lvl5pPr indent="0" algn="ctr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/>
            </a:lvl5pPr>
            <a:lvl6pPr indent="0" algn="ctr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/>
            </a:lvl6pPr>
            <a:lvl7pPr indent="0" algn="ctr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/>
            </a:lvl7pPr>
            <a:lvl8pPr indent="0" algn="ctr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/>
            </a:lvl8pPr>
            <a:lvl9pPr indent="0" algn="ctr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/>
            </a:lvl9pPr>
          </a:lstStyle>
          <a:p>
            <a:pPr algn="l">
              <a:spcBef>
                <a:spcPct val="0"/>
              </a:spcBef>
              <a:spcAft>
                <a:spcPts val="600"/>
              </a:spcAft>
            </a:pPr>
            <a:r>
              <a:rPr lang="en-US" sz="3200" dirty="0"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ARTI PENTING ANGKA SIGNIFIKAN </a:t>
            </a:r>
          </a:p>
        </p:txBody>
      </p:sp>
    </p:spTree>
    <p:extLst>
      <p:ext uri="{BB962C8B-B14F-4D97-AF65-F5344CB8AC3E}">
        <p14:creationId xmlns:p14="http://schemas.microsoft.com/office/powerpoint/2010/main" val="382730695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 txBox="1">
            <a:spLocks/>
          </p:cNvSpPr>
          <p:nvPr/>
        </p:nvSpPr>
        <p:spPr>
          <a:xfrm>
            <a:off x="2562809" y="0"/>
            <a:ext cx="7380514" cy="1023076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92500"/>
          </a:bodyPr>
          <a:lstStyle>
            <a:lvl1pPr indent="0" algn="ctr" defTabSz="914400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600" b="1">
                <a:ln w="10160">
                  <a:solidFill>
                    <a:schemeClr val="tx1"/>
                  </a:solidFill>
                  <a:prstDash val="solid"/>
                </a:ln>
                <a:solidFill>
                  <a:schemeClr val="accent4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</a:defRPr>
            </a:lvl1pPr>
            <a:lvl2pPr indent="0" algn="ctr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/>
            </a:lvl2pPr>
            <a:lvl3pPr indent="0" algn="ctr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</a:lvl3pPr>
            <a:lvl4pPr indent="0" algn="ctr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/>
            </a:lvl4pPr>
            <a:lvl5pPr indent="0" algn="ctr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/>
            </a:lvl5pPr>
            <a:lvl6pPr indent="0" algn="ctr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/>
            </a:lvl6pPr>
            <a:lvl7pPr indent="0" algn="ctr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/>
            </a:lvl7pPr>
            <a:lvl8pPr indent="0" algn="ctr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/>
            </a:lvl8pPr>
            <a:lvl9pPr indent="0" algn="ctr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/>
            </a:lvl9pPr>
          </a:lstStyle>
          <a:p>
            <a:pPr algn="l">
              <a:spcBef>
                <a:spcPct val="0"/>
              </a:spcBef>
              <a:spcAft>
                <a:spcPts val="600"/>
              </a:spcAft>
            </a:pPr>
            <a:r>
              <a:rPr lang="en-US" sz="4000" dirty="0"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KESALAHAN/ GALAT/ ERROR</a:t>
            </a:r>
          </a:p>
        </p:txBody>
      </p:sp>
      <p:sp>
        <p:nvSpPr>
          <p:cNvPr id="3" name="Rectangle 2"/>
          <p:cNvSpPr/>
          <p:nvPr/>
        </p:nvSpPr>
        <p:spPr>
          <a:xfrm>
            <a:off x="4965432" y="2314808"/>
            <a:ext cx="6586489" cy="2901004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lIns="91440" tIns="45720" rIns="91440" bIns="45720" rtlCol="0">
            <a:normAutofit/>
          </a:bodyPr>
          <a:lstStyle/>
          <a:p>
            <a:pPr algn="ctr">
              <a:lnSpc>
                <a:spcPct val="150000"/>
              </a:lnSpc>
              <a:spcAft>
                <a:spcPts val="600"/>
              </a:spcAft>
            </a:pPr>
            <a:r>
              <a:rPr lang="en-US" sz="2000" b="0" i="0" u="none" strike="noStrike" baseline="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Penyelesaian</a:t>
            </a:r>
            <a:r>
              <a:rPr lang="en-US" sz="2000" b="0" i="0" u="none" strike="noStrike" baseline="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000" b="0" i="0" u="none" strike="noStrike" baseline="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secara</a:t>
            </a:r>
            <a:r>
              <a:rPr lang="en-US" sz="2000" b="0" i="0" u="none" strike="noStrike" baseline="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000" b="0" i="0" u="none" strike="noStrike" baseline="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numerik</a:t>
            </a:r>
            <a:r>
              <a:rPr lang="en-US" sz="2000" b="0" i="0" u="none" strike="noStrike" baseline="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000" b="0" i="0" u="none" strike="noStrike" baseline="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suatu</a:t>
            </a:r>
            <a:r>
              <a:rPr lang="en-US" sz="2000" b="0" i="0" u="none" strike="noStrike" baseline="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000" b="0" i="0" u="none" strike="noStrike" baseline="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persamaan</a:t>
            </a:r>
            <a:r>
              <a:rPr lang="en-US" sz="2000" b="0" i="0" u="none" strike="noStrike" baseline="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000" b="0" i="0" u="none" strike="noStrike" baseline="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matematik</a:t>
            </a:r>
            <a:r>
              <a:rPr lang="en-US" sz="2000" b="0" i="0" u="none" strike="noStrike" baseline="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000" b="0" i="0" u="none" strike="noStrike" baseline="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hanya</a:t>
            </a:r>
            <a:r>
              <a:rPr lang="en-US" sz="2000" b="0" i="0" u="none" strike="noStrike" baseline="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000" b="0" i="0" u="none" strike="noStrike" baseline="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memberikan</a:t>
            </a:r>
            <a:r>
              <a:rPr lang="en-US" sz="2000" b="0" i="0" u="none" strike="noStrike" baseline="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000" b="0" i="0" u="none" strike="noStrike" baseline="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nilai</a:t>
            </a:r>
            <a:r>
              <a:rPr lang="en-US" sz="2000" b="0" i="0" u="none" strike="noStrike" baseline="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000" b="0" i="0" u="none" strike="noStrike" baseline="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perkiraaan</a:t>
            </a:r>
            <a:r>
              <a:rPr lang="en-US" sz="2000" b="0" i="0" u="none" strike="noStrike" baseline="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yang </a:t>
            </a:r>
            <a:r>
              <a:rPr lang="en-US" sz="2000" b="0" i="0" u="none" strike="noStrike" baseline="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mendekati</a:t>
            </a:r>
            <a:r>
              <a:rPr lang="en-US" sz="2000" b="0" i="0" u="none" strike="noStrike" baseline="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000" b="0" i="0" u="none" strike="noStrike" baseline="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nilai</a:t>
            </a:r>
            <a:r>
              <a:rPr lang="en-US" sz="2000" b="0" i="0" u="none" strike="noStrike" baseline="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000" b="0" i="0" u="none" strike="noStrike" baseline="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sebenarnya</a:t>
            </a:r>
            <a:r>
              <a:rPr lang="en-US" sz="2000" b="0" i="0" u="none" strike="noStrike" baseline="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(</a:t>
            </a:r>
            <a:r>
              <a:rPr lang="en-US" sz="2000" b="0" i="0" u="none" strike="noStrike" baseline="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nilai</a:t>
            </a:r>
            <a:r>
              <a:rPr lang="en-US" sz="2000" b="0" i="0" u="none" strike="noStrike" baseline="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000" b="0" i="0" u="none" strike="noStrike" baseline="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eksak</a:t>
            </a:r>
            <a:r>
              <a:rPr lang="en-US" sz="2000" b="0" i="0" u="none" strike="noStrike" baseline="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). </a:t>
            </a:r>
            <a:r>
              <a:rPr lang="en-US" sz="2000" b="0" i="0" u="none" strike="noStrike" baseline="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Berarti</a:t>
            </a:r>
            <a:r>
              <a:rPr lang="en-US" sz="2000" b="0" i="0" u="none" strike="noStrike" baseline="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000" b="0" i="0" u="none" strike="noStrike" baseline="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dalam</a:t>
            </a:r>
            <a:r>
              <a:rPr lang="en-US" sz="2000" b="0" i="0" u="none" strike="noStrike" baseline="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000" b="0" i="0" u="none" strike="noStrike" baseline="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penyelesaian</a:t>
            </a:r>
            <a:r>
              <a:rPr lang="en-US" sz="2000" b="0" i="0" u="none" strike="noStrike" baseline="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000" b="0" i="0" u="none" strike="noStrike" baseline="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numerik</a:t>
            </a:r>
            <a:r>
              <a:rPr lang="en-US" sz="2000" b="0" i="0" u="none" strike="noStrike" baseline="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000" b="0" i="0" u="none" strike="noStrike" baseline="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terdapat</a:t>
            </a:r>
            <a:r>
              <a:rPr lang="en-US" sz="2000" b="0" i="0" u="none" strike="noStrike" baseline="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000" b="0" i="0" u="none" strike="noStrike" baseline="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kesalahan</a:t>
            </a:r>
            <a:r>
              <a:rPr lang="en-US" sz="2000" b="0" i="0" u="none" strike="noStrike" baseline="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000" b="0" i="0" u="none" strike="noStrike" baseline="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terhadap</a:t>
            </a:r>
            <a:r>
              <a:rPr lang="en-US" sz="2000" b="0" i="0" u="none" strike="noStrike" baseline="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000" b="0" i="0" u="none" strike="noStrike" baseline="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nilai</a:t>
            </a:r>
            <a:r>
              <a:rPr lang="en-US" sz="2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000" b="0" i="0" u="none" strike="noStrike" baseline="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sebenarnya</a:t>
            </a:r>
            <a:r>
              <a:rPr lang="en-US" sz="2000" b="0" i="0" u="none" strike="noStrike" baseline="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. </a:t>
            </a:r>
          </a:p>
        </p:txBody>
      </p:sp>
      <p:pic>
        <p:nvPicPr>
          <p:cNvPr id="6" name="Picture 4" descr="Many question marks on black background">
            <a:extLst>
              <a:ext uri="{FF2B5EF4-FFF2-40B4-BE49-F238E27FC236}">
                <a16:creationId xmlns:a16="http://schemas.microsoft.com/office/drawing/2014/main" id="{CB6ED9C3-10F6-4A61-B5D4-177E10E9A51B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58767" r="2" b="2"/>
          <a:stretch/>
        </p:blipFill>
        <p:spPr>
          <a:xfrm>
            <a:off x="175915" y="1175916"/>
            <a:ext cx="4635571" cy="5178788"/>
          </a:xfrm>
          <a:prstGeom prst="ellipse">
            <a:avLst/>
          </a:prstGeom>
          <a:ln>
            <a:noFill/>
          </a:ln>
          <a:effectLst>
            <a:softEdge rad="112500"/>
          </a:effectLst>
        </p:spPr>
      </p:pic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A7F400EE-A8A5-48AF-B4D6-291B52C6F0B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5080934" y="2115117"/>
            <a:ext cx="6309360" cy="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5608860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Freeform: Shape 57">
            <a:extLst>
              <a:ext uri="{FF2B5EF4-FFF2-40B4-BE49-F238E27FC236}">
                <a16:creationId xmlns:a16="http://schemas.microsoft.com/office/drawing/2014/main" id="{569BBA9B-8F4E-4D2B-BEFA-41A47544337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700000">
            <a:off x="-415188" y="-231223"/>
            <a:ext cx="1409491" cy="1876653"/>
          </a:xfrm>
          <a:custGeom>
            <a:avLst/>
            <a:gdLst>
              <a:gd name="connsiteX0" fmla="*/ 0 w 1409491"/>
              <a:gd name="connsiteY0" fmla="*/ 643075 h 1876653"/>
              <a:gd name="connsiteX1" fmla="*/ 643075 w 1409491"/>
              <a:gd name="connsiteY1" fmla="*/ 0 h 1876653"/>
              <a:gd name="connsiteX2" fmla="*/ 1409491 w 1409491"/>
              <a:gd name="connsiteY2" fmla="*/ 0 h 1876653"/>
              <a:gd name="connsiteX3" fmla="*/ 1409491 w 1409491"/>
              <a:gd name="connsiteY3" fmla="*/ 1876653 h 1876653"/>
              <a:gd name="connsiteX4" fmla="*/ 1233578 w 1409491"/>
              <a:gd name="connsiteY4" fmla="*/ 1876653 h 18766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409491" h="1876653">
                <a:moveTo>
                  <a:pt x="0" y="643075"/>
                </a:moveTo>
                <a:lnTo>
                  <a:pt x="643075" y="0"/>
                </a:lnTo>
                <a:lnTo>
                  <a:pt x="1409491" y="0"/>
                </a:lnTo>
                <a:lnTo>
                  <a:pt x="1409491" y="1876653"/>
                </a:lnTo>
                <a:lnTo>
                  <a:pt x="1233578" y="1876653"/>
                </a:lnTo>
                <a:close/>
              </a:path>
            </a:pathLst>
          </a:cu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0" name="Rectangle 59">
            <a:extLst>
              <a:ext uri="{FF2B5EF4-FFF2-40B4-BE49-F238E27FC236}">
                <a16:creationId xmlns:a16="http://schemas.microsoft.com/office/drawing/2014/main" id="{851012D1-8033-40B1-9EC0-91390FFC740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700000">
            <a:off x="301285" y="1282788"/>
            <a:ext cx="485578" cy="485578"/>
          </a:xfrm>
          <a:prstGeom prst="rect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2" name="Rectangle 61">
            <a:extLst>
              <a:ext uri="{FF2B5EF4-FFF2-40B4-BE49-F238E27FC236}">
                <a16:creationId xmlns:a16="http://schemas.microsoft.com/office/drawing/2014/main" id="{2E80C965-DB6D-4F81-9E9E-B027384D0B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700000">
            <a:off x="8809436" y="6033666"/>
            <a:ext cx="645368" cy="645368"/>
          </a:xfrm>
          <a:prstGeom prst="rect">
            <a:avLst/>
          </a:pr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4" name="Isosceles Triangle 63">
            <a:extLst>
              <a:ext uri="{FF2B5EF4-FFF2-40B4-BE49-F238E27FC236}">
                <a16:creationId xmlns:a16="http://schemas.microsoft.com/office/drawing/2014/main" id="{D291F021-C45C-4D44-A2B8-A789E386CC4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603444" y="5721108"/>
            <a:ext cx="2261965" cy="1136891"/>
          </a:xfrm>
          <a:prstGeom prst="triangle">
            <a:avLst>
              <a:gd name="adj" fmla="val 50000"/>
            </a:avLst>
          </a:pr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 txBox="1">
            <a:spLocks/>
          </p:cNvSpPr>
          <p:nvPr/>
        </p:nvSpPr>
        <p:spPr>
          <a:xfrm>
            <a:off x="239695" y="1655199"/>
            <a:ext cx="4528950" cy="324126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indent="0" algn="ctr" defTabSz="914400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600" b="1">
                <a:ln w="10160">
                  <a:solidFill>
                    <a:schemeClr val="tx1"/>
                  </a:solidFill>
                  <a:prstDash val="solid"/>
                </a:ln>
                <a:solidFill>
                  <a:schemeClr val="accent4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</a:defRPr>
            </a:lvl1pPr>
            <a:lvl2pPr indent="0" algn="ctr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/>
            </a:lvl2pPr>
            <a:lvl3pPr indent="0" algn="ctr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</a:lvl3pPr>
            <a:lvl4pPr indent="0" algn="ctr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/>
            </a:lvl4pPr>
            <a:lvl5pPr indent="0" algn="ctr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/>
            </a:lvl5pPr>
            <a:lvl6pPr indent="0" algn="ctr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/>
            </a:lvl6pPr>
            <a:lvl7pPr indent="0" algn="ctr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/>
            </a:lvl7pPr>
            <a:lvl8pPr indent="0" algn="ctr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/>
            </a:lvl8pPr>
            <a:lvl9pPr indent="0" algn="ctr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/>
            </a:lvl9pPr>
          </a:lstStyle>
          <a:p>
            <a:pPr>
              <a:spcBef>
                <a:spcPct val="0"/>
              </a:spcBef>
              <a:spcAft>
                <a:spcPts val="600"/>
              </a:spcAft>
            </a:pPr>
            <a:r>
              <a:rPr lang="en-US" kern="1200"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JENIS - JENIS KESALAHAN</a:t>
            </a:r>
            <a:endParaRPr lang="en-US" kern="1200" dirty="0">
              <a:latin typeface="Arial" panose="020B0604020202020204" pitchFamily="34" charset="0"/>
              <a:ea typeface="+mj-ea"/>
              <a:cs typeface="Arial" panose="020B0604020202020204" pitchFamily="34" charset="0"/>
            </a:endParaRPr>
          </a:p>
        </p:txBody>
      </p:sp>
      <p:graphicFrame>
        <p:nvGraphicFramePr>
          <p:cNvPr id="35" name="TextBox 24">
            <a:extLst>
              <a:ext uri="{FF2B5EF4-FFF2-40B4-BE49-F238E27FC236}">
                <a16:creationId xmlns:a16="http://schemas.microsoft.com/office/drawing/2014/main" id="{FC9455CC-D14A-4FB6-B9FC-FA5B40C5AAC1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251638170"/>
              </p:ext>
            </p:extLst>
          </p:nvPr>
        </p:nvGraphicFramePr>
        <p:xfrm>
          <a:off x="5010150" y="615708"/>
          <a:ext cx="6671777" cy="51054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32109429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 txBox="1">
            <a:spLocks/>
          </p:cNvSpPr>
          <p:nvPr/>
        </p:nvSpPr>
        <p:spPr>
          <a:xfrm>
            <a:off x="1653363" y="365760"/>
            <a:ext cx="9367203" cy="118872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indent="0" algn="ctr" defTabSz="914400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600" b="1">
                <a:ln w="10160">
                  <a:solidFill>
                    <a:schemeClr val="tx1"/>
                  </a:solidFill>
                  <a:prstDash val="solid"/>
                </a:ln>
                <a:solidFill>
                  <a:schemeClr val="accent4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</a:defRPr>
            </a:lvl1pPr>
            <a:lvl2pPr indent="0" algn="ctr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/>
            </a:lvl2pPr>
            <a:lvl3pPr indent="0" algn="ctr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</a:lvl3pPr>
            <a:lvl4pPr indent="0" algn="ctr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/>
            </a:lvl4pPr>
            <a:lvl5pPr indent="0" algn="ctr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/>
            </a:lvl5pPr>
            <a:lvl6pPr indent="0" algn="ctr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/>
            </a:lvl6pPr>
            <a:lvl7pPr indent="0" algn="ctr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/>
            </a:lvl7pPr>
            <a:lvl8pPr indent="0" algn="ctr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/>
            </a:lvl8pPr>
            <a:lvl9pPr indent="0" algn="ctr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/>
            </a:lvl9pPr>
          </a:lstStyle>
          <a:p>
            <a:pPr lvl="0" algn="l">
              <a:spcBef>
                <a:spcPct val="0"/>
              </a:spcBef>
              <a:spcAft>
                <a:spcPts val="600"/>
              </a:spcAft>
            </a:pPr>
            <a:r>
              <a:rPr lang="en-US" sz="4800" dirty="0"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KESALAHAN MANUSIA</a:t>
            </a:r>
          </a:p>
        </p:txBody>
      </p:sp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7CB4857B-ED7C-444D-9F04-2F885114A1C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1764099" cy="1558212"/>
          </a:xfrm>
          <a:custGeom>
            <a:avLst/>
            <a:gdLst>
              <a:gd name="connsiteX0" fmla="*/ 0 w 1764099"/>
              <a:gd name="connsiteY0" fmla="*/ 0 h 1558212"/>
              <a:gd name="connsiteX1" fmla="*/ 1764099 w 1764099"/>
              <a:gd name="connsiteY1" fmla="*/ 0 h 1558212"/>
              <a:gd name="connsiteX2" fmla="*/ 1042087 w 1764099"/>
              <a:gd name="connsiteY2" fmla="*/ 1558212 h 1558212"/>
              <a:gd name="connsiteX3" fmla="*/ 0 w 1764099"/>
              <a:gd name="connsiteY3" fmla="*/ 1558212 h 155821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764099" h="1558212">
                <a:moveTo>
                  <a:pt x="0" y="0"/>
                </a:moveTo>
                <a:lnTo>
                  <a:pt x="1764099" y="0"/>
                </a:lnTo>
                <a:lnTo>
                  <a:pt x="1042087" y="1558212"/>
                </a:lnTo>
                <a:lnTo>
                  <a:pt x="0" y="1558212"/>
                </a:lnTo>
                <a:close/>
              </a:path>
            </a:pathLst>
          </a:custGeom>
          <a:solidFill>
            <a:schemeClr val="accent5">
              <a:lumMod val="100000"/>
              <a:lumOff val="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5" name="Freeform: Shape 14">
            <a:extLst>
              <a:ext uri="{FF2B5EF4-FFF2-40B4-BE49-F238E27FC236}">
                <a16:creationId xmlns:a16="http://schemas.microsoft.com/office/drawing/2014/main" id="{D18046FB-44EA-4FD8-A585-EA09A319B2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1691640"/>
            <a:ext cx="12191999" cy="5166360"/>
          </a:xfrm>
          <a:custGeom>
            <a:avLst/>
            <a:gdLst>
              <a:gd name="connsiteX0" fmla="*/ 0 w 12191999"/>
              <a:gd name="connsiteY0" fmla="*/ 0 h 5166360"/>
              <a:gd name="connsiteX1" fmla="*/ 1822388 w 12191999"/>
              <a:gd name="connsiteY1" fmla="*/ 0 h 5166360"/>
              <a:gd name="connsiteX2" fmla="*/ 6468290 w 12191999"/>
              <a:gd name="connsiteY2" fmla="*/ 0 h 5166360"/>
              <a:gd name="connsiteX3" fmla="*/ 7796394 w 12191999"/>
              <a:gd name="connsiteY3" fmla="*/ 0 h 5166360"/>
              <a:gd name="connsiteX4" fmla="*/ 8376834 w 12191999"/>
              <a:gd name="connsiteY4" fmla="*/ 0 h 5166360"/>
              <a:gd name="connsiteX5" fmla="*/ 9704938 w 12191999"/>
              <a:gd name="connsiteY5" fmla="*/ 0 h 5166360"/>
              <a:gd name="connsiteX6" fmla="*/ 9704938 w 12191999"/>
              <a:gd name="connsiteY6" fmla="*/ 2 h 5166360"/>
              <a:gd name="connsiteX7" fmla="*/ 10283456 w 12191999"/>
              <a:gd name="connsiteY7" fmla="*/ 2 h 5166360"/>
              <a:gd name="connsiteX8" fmla="*/ 10863897 w 12191999"/>
              <a:gd name="connsiteY8" fmla="*/ 2 h 5166360"/>
              <a:gd name="connsiteX9" fmla="*/ 12191999 w 12191999"/>
              <a:gd name="connsiteY9" fmla="*/ 2 h 5166360"/>
              <a:gd name="connsiteX10" fmla="*/ 12191999 w 12191999"/>
              <a:gd name="connsiteY10" fmla="*/ 5166360 h 5166360"/>
              <a:gd name="connsiteX11" fmla="*/ 0 w 12191999"/>
              <a:gd name="connsiteY11" fmla="*/ 5166360 h 5166360"/>
              <a:gd name="connsiteX12" fmla="*/ 0 w 12191999"/>
              <a:gd name="connsiteY12" fmla="*/ 2604436 h 5166360"/>
              <a:gd name="connsiteX13" fmla="*/ 862341 w 12191999"/>
              <a:gd name="connsiteY13" fmla="*/ 743371 h 5166360"/>
              <a:gd name="connsiteX14" fmla="*/ 0 w 12191999"/>
              <a:gd name="connsiteY14" fmla="*/ 743371 h 5166360"/>
              <a:gd name="connsiteX15" fmla="*/ 0 w 12191999"/>
              <a:gd name="connsiteY15" fmla="*/ 742508 h 5166360"/>
              <a:gd name="connsiteX16" fmla="*/ 92826 w 12191999"/>
              <a:gd name="connsiteY16" fmla="*/ 742508 h 5166360"/>
              <a:gd name="connsiteX17" fmla="*/ 406486 w 12191999"/>
              <a:gd name="connsiteY17" fmla="*/ 742508 h 5166360"/>
              <a:gd name="connsiteX18" fmla="*/ 406486 w 12191999"/>
              <a:gd name="connsiteY18" fmla="*/ 742507 h 5166360"/>
              <a:gd name="connsiteX19" fmla="*/ 862741 w 12191999"/>
              <a:gd name="connsiteY19" fmla="*/ 742507 h 5166360"/>
              <a:gd name="connsiteX20" fmla="*/ 1206388 w 12191999"/>
              <a:gd name="connsiteY20" fmla="*/ 864 h 5166360"/>
              <a:gd name="connsiteX21" fmla="*/ 748500 w 12191999"/>
              <a:gd name="connsiteY21" fmla="*/ 864 h 5166360"/>
              <a:gd name="connsiteX22" fmla="*/ 0 w 12191999"/>
              <a:gd name="connsiteY22" fmla="*/ 864 h 51663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</a:cxnLst>
            <a:rect l="l" t="t" r="r" b="b"/>
            <a:pathLst>
              <a:path w="12191999" h="5166360">
                <a:moveTo>
                  <a:pt x="0" y="0"/>
                </a:moveTo>
                <a:lnTo>
                  <a:pt x="1822388" y="0"/>
                </a:lnTo>
                <a:lnTo>
                  <a:pt x="6468290" y="0"/>
                </a:lnTo>
                <a:lnTo>
                  <a:pt x="7796394" y="0"/>
                </a:lnTo>
                <a:lnTo>
                  <a:pt x="8376834" y="0"/>
                </a:lnTo>
                <a:lnTo>
                  <a:pt x="9704938" y="0"/>
                </a:lnTo>
                <a:lnTo>
                  <a:pt x="9704938" y="2"/>
                </a:lnTo>
                <a:lnTo>
                  <a:pt x="10283456" y="2"/>
                </a:lnTo>
                <a:lnTo>
                  <a:pt x="10863897" y="2"/>
                </a:lnTo>
                <a:lnTo>
                  <a:pt x="12191999" y="2"/>
                </a:lnTo>
                <a:lnTo>
                  <a:pt x="12191999" y="5166360"/>
                </a:lnTo>
                <a:lnTo>
                  <a:pt x="0" y="5166360"/>
                </a:lnTo>
                <a:lnTo>
                  <a:pt x="0" y="2604436"/>
                </a:lnTo>
                <a:lnTo>
                  <a:pt x="862341" y="743371"/>
                </a:lnTo>
                <a:lnTo>
                  <a:pt x="0" y="743371"/>
                </a:lnTo>
                <a:lnTo>
                  <a:pt x="0" y="742508"/>
                </a:lnTo>
                <a:lnTo>
                  <a:pt x="92826" y="742508"/>
                </a:lnTo>
                <a:lnTo>
                  <a:pt x="406486" y="742508"/>
                </a:lnTo>
                <a:lnTo>
                  <a:pt x="406486" y="742507"/>
                </a:lnTo>
                <a:lnTo>
                  <a:pt x="862741" y="742507"/>
                </a:lnTo>
                <a:lnTo>
                  <a:pt x="1206388" y="864"/>
                </a:lnTo>
                <a:lnTo>
                  <a:pt x="748500" y="864"/>
                </a:lnTo>
                <a:lnTo>
                  <a:pt x="0" y="864"/>
                </a:lnTo>
                <a:close/>
              </a:path>
            </a:pathLst>
          </a:custGeom>
          <a:solidFill>
            <a:srgbClr val="A6A6A6">
              <a:alpha val="4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7" name="Freeform: Shape 16">
            <a:extLst>
              <a:ext uri="{FF2B5EF4-FFF2-40B4-BE49-F238E27FC236}">
                <a16:creationId xmlns:a16="http://schemas.microsoft.com/office/drawing/2014/main" id="{479F5F2B-8B58-4140-AE6A-51F6C67B18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691641"/>
            <a:ext cx="971654" cy="2096979"/>
          </a:xfrm>
          <a:custGeom>
            <a:avLst/>
            <a:gdLst>
              <a:gd name="connsiteX0" fmla="*/ 0 w 971654"/>
              <a:gd name="connsiteY0" fmla="*/ 0 h 2096979"/>
              <a:gd name="connsiteX1" fmla="*/ 971654 w 971654"/>
              <a:gd name="connsiteY1" fmla="*/ 0 h 2096979"/>
              <a:gd name="connsiteX2" fmla="*/ 0 w 971654"/>
              <a:gd name="connsiteY2" fmla="*/ 2096979 h 20969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971654" h="2096979">
                <a:moveTo>
                  <a:pt x="0" y="0"/>
                </a:moveTo>
                <a:lnTo>
                  <a:pt x="971654" y="0"/>
                </a:lnTo>
                <a:lnTo>
                  <a:pt x="0" y="2096979"/>
                </a:lnTo>
                <a:close/>
              </a:path>
            </a:pathLst>
          </a:custGeom>
          <a:solidFill>
            <a:srgbClr val="40404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332DF3E-E51B-4ECB-873F-CD2CD8355EB5}"/>
              </a:ext>
            </a:extLst>
          </p:cNvPr>
          <p:cNvSpPr txBox="1"/>
          <p:nvPr/>
        </p:nvSpPr>
        <p:spPr>
          <a:xfrm>
            <a:off x="1653363" y="2176272"/>
            <a:ext cx="9367204" cy="4041648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>
              <a:lnSpc>
                <a:spcPct val="150000"/>
              </a:lnSpc>
              <a:spcAft>
                <a:spcPts val="600"/>
              </a:spcAft>
            </a:pPr>
            <a:r>
              <a:rPr lang="en-US" sz="2400" b="1" i="0" u="none" strike="noStrike" baseline="0" dirty="0" err="1"/>
              <a:t>Kesalahan</a:t>
            </a:r>
            <a:r>
              <a:rPr lang="en-US" sz="2400" b="1" i="0" u="none" strike="noStrike" baseline="0" dirty="0"/>
              <a:t> </a:t>
            </a:r>
            <a:r>
              <a:rPr lang="en-US" sz="2400" b="1" i="0" u="none" strike="noStrike" baseline="0" dirty="0" err="1"/>
              <a:t>manusia</a:t>
            </a:r>
            <a:r>
              <a:rPr lang="en-US" sz="2400" b="1" i="0" u="none" strike="noStrike" baseline="0" dirty="0"/>
              <a:t> </a:t>
            </a:r>
            <a:r>
              <a:rPr lang="en-US" sz="2400" b="0" i="0" u="none" strike="noStrike" baseline="0" dirty="0" err="1"/>
              <a:t>yaitu</a:t>
            </a:r>
            <a:r>
              <a:rPr lang="en-US" sz="2400" b="0" i="0" u="none" strike="noStrike" baseline="0" dirty="0"/>
              <a:t> </a:t>
            </a:r>
            <a:r>
              <a:rPr lang="en-US" sz="2400" b="0" i="0" u="none" strike="noStrike" baseline="0" dirty="0" err="1"/>
              <a:t>galat</a:t>
            </a:r>
            <a:r>
              <a:rPr lang="en-US" sz="2400" b="0" i="0" u="none" strike="noStrike" baseline="0" dirty="0"/>
              <a:t> yang </a:t>
            </a:r>
            <a:r>
              <a:rPr lang="en-US" sz="2400" b="0" i="0" u="none" strike="noStrike" baseline="0" dirty="0" err="1"/>
              <a:t>disebabkan</a:t>
            </a:r>
            <a:r>
              <a:rPr lang="en-US" sz="2400" b="0" i="0" u="none" strike="noStrike" baseline="0" dirty="0"/>
              <a:t> oleh </a:t>
            </a:r>
            <a:r>
              <a:rPr lang="en-US" sz="2400" b="0" i="0" u="none" strike="noStrike" baseline="0" dirty="0" err="1"/>
              <a:t>kekurang</a:t>
            </a:r>
            <a:r>
              <a:rPr lang="en-US" sz="2400" b="0" i="0" u="none" strike="noStrike" baseline="0" dirty="0"/>
              <a:t> </a:t>
            </a:r>
            <a:r>
              <a:rPr lang="en-US" sz="2400" b="0" i="0" u="none" strike="noStrike" baseline="0" dirty="0" err="1"/>
              <a:t>cermatan</a:t>
            </a:r>
            <a:r>
              <a:rPr lang="en-US" sz="2400" b="0" i="0" u="none" strike="noStrike" baseline="0" dirty="0"/>
              <a:t> </a:t>
            </a:r>
            <a:r>
              <a:rPr lang="en-US" sz="2400" b="0" i="0" u="none" strike="noStrike" baseline="0" dirty="0" err="1"/>
              <a:t>manusia</a:t>
            </a:r>
            <a:r>
              <a:rPr lang="en-US" sz="2400" b="0" i="0" u="none" strike="noStrike" baseline="0" dirty="0"/>
              <a:t>, </a:t>
            </a:r>
            <a:r>
              <a:rPr lang="en-US" sz="2400" b="0" i="0" u="none" strike="noStrike" baseline="0" dirty="0" err="1"/>
              <a:t>seperti</a:t>
            </a:r>
            <a:r>
              <a:rPr lang="en-US" sz="2400" b="0" i="0" u="none" strike="noStrike" baseline="0" dirty="0"/>
              <a:t> ; </a:t>
            </a:r>
            <a:r>
              <a:rPr lang="en-US" sz="2400" b="0" i="0" u="none" strike="noStrike" baseline="0" dirty="0" err="1"/>
              <a:t>kurang</a:t>
            </a:r>
            <a:r>
              <a:rPr lang="en-US" sz="2400" b="0" i="0" u="none" strike="noStrike" baseline="0" dirty="0"/>
              <a:t> </a:t>
            </a:r>
            <a:r>
              <a:rPr lang="en-US" sz="2400" b="0" i="0" u="none" strike="noStrike" baseline="0" dirty="0" err="1"/>
              <a:t>cermat</a:t>
            </a:r>
            <a:r>
              <a:rPr lang="en-US" sz="2400" b="0" i="0" u="none" strike="noStrike" baseline="0" dirty="0"/>
              <a:t> </a:t>
            </a:r>
            <a:r>
              <a:rPr lang="en-US" sz="2400" b="0" i="0" u="none" strike="noStrike" baseline="0" dirty="0" err="1"/>
              <a:t>dalam</a:t>
            </a:r>
            <a:r>
              <a:rPr lang="en-US" sz="2400" b="0" i="0" u="none" strike="noStrike" baseline="0" dirty="0"/>
              <a:t> </a:t>
            </a:r>
            <a:r>
              <a:rPr lang="en-US" sz="2400" b="0" i="0" u="none" strike="noStrike" baseline="0" dirty="0" err="1"/>
              <a:t>menggunakan</a:t>
            </a:r>
            <a:r>
              <a:rPr lang="en-US" sz="2400" b="0" i="0" u="none" strike="noStrike" baseline="0" dirty="0"/>
              <a:t> </a:t>
            </a:r>
            <a:r>
              <a:rPr lang="en-US" sz="2400" b="0" i="0" u="none" strike="noStrike" baseline="0" dirty="0" err="1"/>
              <a:t>alat</a:t>
            </a:r>
            <a:r>
              <a:rPr lang="en-US" sz="2400" b="0" i="0" u="none" strike="noStrike" baseline="0" dirty="0"/>
              <a:t> </a:t>
            </a:r>
            <a:r>
              <a:rPr lang="en-US" sz="2400" b="0" i="0" u="none" strike="noStrike" baseline="0" dirty="0" err="1"/>
              <a:t>ukur</a:t>
            </a:r>
            <a:r>
              <a:rPr lang="en-US" sz="2400" b="0" i="0" u="none" strike="noStrike" baseline="0" dirty="0"/>
              <a:t> dan </a:t>
            </a:r>
            <a:r>
              <a:rPr lang="en-US" sz="2400" b="0" i="0" u="none" strike="noStrike" baseline="0" dirty="0" err="1"/>
              <a:t>penggunaan</a:t>
            </a:r>
            <a:r>
              <a:rPr lang="en-US" sz="2400" b="0" i="0" u="none" strike="noStrike" baseline="0" dirty="0"/>
              <a:t> </a:t>
            </a:r>
            <a:r>
              <a:rPr lang="en-US" sz="2400" b="0" i="0" u="none" strike="noStrike" baseline="0" dirty="0" err="1"/>
              <a:t>mesin</a:t>
            </a:r>
            <a:r>
              <a:rPr lang="en-US" sz="2400" b="0" i="0" u="none" strike="noStrike" baseline="0" dirty="0"/>
              <a:t> </a:t>
            </a:r>
            <a:r>
              <a:rPr lang="en-US" sz="2400" b="0" i="0" u="none" strike="noStrike" baseline="0" dirty="0" err="1"/>
              <a:t>hitung</a:t>
            </a:r>
            <a:r>
              <a:rPr lang="en-US" sz="2400" b="0" i="0" u="none" strike="noStrike" baseline="0" dirty="0"/>
              <a:t>/computer, </a:t>
            </a:r>
            <a:r>
              <a:rPr lang="en-US" sz="2400" b="0" i="0" u="none" strike="noStrike" baseline="0" dirty="0" err="1"/>
              <a:t>kesalah</a:t>
            </a:r>
            <a:r>
              <a:rPr lang="en-US" sz="2400" b="0" i="0" u="none" strike="noStrike" baseline="0" dirty="0"/>
              <a:t> </a:t>
            </a:r>
            <a:r>
              <a:rPr lang="en-US" sz="2400" b="0" i="0" u="none" strike="noStrike" baseline="0" dirty="0" err="1"/>
              <a:t>dalam</a:t>
            </a:r>
            <a:r>
              <a:rPr lang="en-US" sz="2400" b="0" i="0" u="none" strike="noStrike" baseline="0" dirty="0"/>
              <a:t> </a:t>
            </a:r>
            <a:r>
              <a:rPr lang="en-US" sz="2400" b="0" i="0" u="none" strike="noStrike" baseline="0" dirty="0" err="1"/>
              <a:t>merumuskan</a:t>
            </a:r>
            <a:r>
              <a:rPr lang="en-US" sz="2400" b="0" i="0" u="none" strike="noStrike" baseline="0" dirty="0"/>
              <a:t> model </a:t>
            </a:r>
            <a:r>
              <a:rPr lang="en-US" sz="2400" b="0" i="0" u="none" strike="noStrike" baseline="0" dirty="0" err="1"/>
              <a:t>matematika</a:t>
            </a:r>
            <a:r>
              <a:rPr lang="en-US" sz="2400" b="0" i="0" u="none" strike="noStrike" baseline="0" dirty="0"/>
              <a:t>, </a:t>
            </a:r>
            <a:r>
              <a:rPr lang="en-US" sz="2400" b="0" i="0" u="none" strike="noStrike" baseline="0" dirty="0" err="1"/>
              <a:t>pemakaian</a:t>
            </a:r>
            <a:r>
              <a:rPr lang="en-US" sz="2400" b="0" i="0" u="none" strike="noStrike" baseline="0" dirty="0"/>
              <a:t> </a:t>
            </a:r>
            <a:r>
              <a:rPr lang="en-US" sz="2400" b="0" i="0" u="none" strike="noStrike" baseline="0" dirty="0" err="1"/>
              <a:t>alat</a:t>
            </a:r>
            <a:r>
              <a:rPr lang="en-US" sz="2400" b="0" i="0" u="none" strike="noStrike" baseline="0" dirty="0"/>
              <a:t> </a:t>
            </a:r>
            <a:r>
              <a:rPr lang="en-US" sz="2400" b="0" i="0" u="none" strike="noStrike" baseline="0" dirty="0" err="1"/>
              <a:t>ukur</a:t>
            </a:r>
            <a:r>
              <a:rPr lang="en-US" sz="2400" b="0" i="0" u="none" strike="noStrike" baseline="0" dirty="0"/>
              <a:t> yang </a:t>
            </a:r>
            <a:r>
              <a:rPr lang="en-US" sz="2400" b="0" i="0" u="none" strike="noStrike" baseline="0" dirty="0" err="1"/>
              <a:t>tidak</a:t>
            </a:r>
            <a:r>
              <a:rPr lang="en-US" sz="2400" b="0" i="0" u="none" strike="noStrike" baseline="0" dirty="0"/>
              <a:t> </a:t>
            </a:r>
            <a:r>
              <a:rPr lang="en-US" sz="2400" b="0" i="0" u="none" strike="noStrike" baseline="0" dirty="0" err="1"/>
              <a:t>akurat</a:t>
            </a:r>
            <a:endParaRPr lang="en-US" sz="2400" b="0" i="0" u="none" strike="noStrike" baseline="0" dirty="0"/>
          </a:p>
        </p:txBody>
      </p:sp>
    </p:spTree>
    <p:extLst>
      <p:ext uri="{BB962C8B-B14F-4D97-AF65-F5344CB8AC3E}">
        <p14:creationId xmlns:p14="http://schemas.microsoft.com/office/powerpoint/2010/main" val="159606221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 txBox="1">
            <a:spLocks/>
          </p:cNvSpPr>
          <p:nvPr/>
        </p:nvSpPr>
        <p:spPr>
          <a:xfrm>
            <a:off x="1653363" y="365760"/>
            <a:ext cx="9367203" cy="118872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indent="0" algn="ctr" defTabSz="914400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600" b="1">
                <a:ln w="10160">
                  <a:solidFill>
                    <a:schemeClr val="tx1"/>
                  </a:solidFill>
                  <a:prstDash val="solid"/>
                </a:ln>
                <a:solidFill>
                  <a:schemeClr val="accent4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</a:defRPr>
            </a:lvl1pPr>
            <a:lvl2pPr indent="0" algn="ctr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/>
            </a:lvl2pPr>
            <a:lvl3pPr indent="0" algn="ctr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</a:lvl3pPr>
            <a:lvl4pPr indent="0" algn="ctr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/>
            </a:lvl4pPr>
            <a:lvl5pPr indent="0" algn="ctr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/>
            </a:lvl5pPr>
            <a:lvl6pPr indent="0" algn="ctr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/>
            </a:lvl6pPr>
            <a:lvl7pPr indent="0" algn="ctr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/>
            </a:lvl7pPr>
            <a:lvl8pPr indent="0" algn="ctr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/>
            </a:lvl8pPr>
            <a:lvl9pPr indent="0" algn="ctr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/>
            </a:lvl9pPr>
          </a:lstStyle>
          <a:p>
            <a:pPr lvl="0" algn="l">
              <a:spcBef>
                <a:spcPct val="0"/>
              </a:spcBef>
              <a:spcAft>
                <a:spcPts val="600"/>
              </a:spcAft>
            </a:pPr>
            <a:r>
              <a:rPr lang="en-US" sz="4800" i="0" kern="1200" baseline="0" dirty="0"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KESALAHAN BAWAAN</a:t>
            </a:r>
            <a:endParaRPr lang="en-US" sz="4800" kern="1200" dirty="0">
              <a:latin typeface="Arial" panose="020B0604020202020204" pitchFamily="34" charset="0"/>
              <a:ea typeface="+mj-ea"/>
              <a:cs typeface="Arial" panose="020B0604020202020204" pitchFamily="34" charset="0"/>
            </a:endParaRPr>
          </a:p>
        </p:txBody>
      </p:sp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7CB4857B-ED7C-444D-9F04-2F885114A1C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1764099" cy="1558212"/>
          </a:xfrm>
          <a:custGeom>
            <a:avLst/>
            <a:gdLst>
              <a:gd name="connsiteX0" fmla="*/ 0 w 1764099"/>
              <a:gd name="connsiteY0" fmla="*/ 0 h 1558212"/>
              <a:gd name="connsiteX1" fmla="*/ 1764099 w 1764099"/>
              <a:gd name="connsiteY1" fmla="*/ 0 h 1558212"/>
              <a:gd name="connsiteX2" fmla="*/ 1042087 w 1764099"/>
              <a:gd name="connsiteY2" fmla="*/ 1558212 h 1558212"/>
              <a:gd name="connsiteX3" fmla="*/ 0 w 1764099"/>
              <a:gd name="connsiteY3" fmla="*/ 1558212 h 155821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764099" h="1558212">
                <a:moveTo>
                  <a:pt x="0" y="0"/>
                </a:moveTo>
                <a:lnTo>
                  <a:pt x="1764099" y="0"/>
                </a:lnTo>
                <a:lnTo>
                  <a:pt x="1042087" y="1558212"/>
                </a:lnTo>
                <a:lnTo>
                  <a:pt x="0" y="1558212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5" name="Freeform: Shape 14">
            <a:extLst>
              <a:ext uri="{FF2B5EF4-FFF2-40B4-BE49-F238E27FC236}">
                <a16:creationId xmlns:a16="http://schemas.microsoft.com/office/drawing/2014/main" id="{D18046FB-44EA-4FD8-A585-EA09A319B2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1691640"/>
            <a:ext cx="12191999" cy="5166360"/>
          </a:xfrm>
          <a:custGeom>
            <a:avLst/>
            <a:gdLst>
              <a:gd name="connsiteX0" fmla="*/ 0 w 12191999"/>
              <a:gd name="connsiteY0" fmla="*/ 0 h 5166360"/>
              <a:gd name="connsiteX1" fmla="*/ 1822388 w 12191999"/>
              <a:gd name="connsiteY1" fmla="*/ 0 h 5166360"/>
              <a:gd name="connsiteX2" fmla="*/ 6468290 w 12191999"/>
              <a:gd name="connsiteY2" fmla="*/ 0 h 5166360"/>
              <a:gd name="connsiteX3" fmla="*/ 7796394 w 12191999"/>
              <a:gd name="connsiteY3" fmla="*/ 0 h 5166360"/>
              <a:gd name="connsiteX4" fmla="*/ 8376834 w 12191999"/>
              <a:gd name="connsiteY4" fmla="*/ 0 h 5166360"/>
              <a:gd name="connsiteX5" fmla="*/ 9704938 w 12191999"/>
              <a:gd name="connsiteY5" fmla="*/ 0 h 5166360"/>
              <a:gd name="connsiteX6" fmla="*/ 9704938 w 12191999"/>
              <a:gd name="connsiteY6" fmla="*/ 2 h 5166360"/>
              <a:gd name="connsiteX7" fmla="*/ 10283456 w 12191999"/>
              <a:gd name="connsiteY7" fmla="*/ 2 h 5166360"/>
              <a:gd name="connsiteX8" fmla="*/ 10863897 w 12191999"/>
              <a:gd name="connsiteY8" fmla="*/ 2 h 5166360"/>
              <a:gd name="connsiteX9" fmla="*/ 12191999 w 12191999"/>
              <a:gd name="connsiteY9" fmla="*/ 2 h 5166360"/>
              <a:gd name="connsiteX10" fmla="*/ 12191999 w 12191999"/>
              <a:gd name="connsiteY10" fmla="*/ 5166360 h 5166360"/>
              <a:gd name="connsiteX11" fmla="*/ 0 w 12191999"/>
              <a:gd name="connsiteY11" fmla="*/ 5166360 h 5166360"/>
              <a:gd name="connsiteX12" fmla="*/ 0 w 12191999"/>
              <a:gd name="connsiteY12" fmla="*/ 2604436 h 5166360"/>
              <a:gd name="connsiteX13" fmla="*/ 862341 w 12191999"/>
              <a:gd name="connsiteY13" fmla="*/ 743371 h 5166360"/>
              <a:gd name="connsiteX14" fmla="*/ 0 w 12191999"/>
              <a:gd name="connsiteY14" fmla="*/ 743371 h 5166360"/>
              <a:gd name="connsiteX15" fmla="*/ 0 w 12191999"/>
              <a:gd name="connsiteY15" fmla="*/ 742508 h 5166360"/>
              <a:gd name="connsiteX16" fmla="*/ 92826 w 12191999"/>
              <a:gd name="connsiteY16" fmla="*/ 742508 h 5166360"/>
              <a:gd name="connsiteX17" fmla="*/ 406486 w 12191999"/>
              <a:gd name="connsiteY17" fmla="*/ 742508 h 5166360"/>
              <a:gd name="connsiteX18" fmla="*/ 406486 w 12191999"/>
              <a:gd name="connsiteY18" fmla="*/ 742507 h 5166360"/>
              <a:gd name="connsiteX19" fmla="*/ 862741 w 12191999"/>
              <a:gd name="connsiteY19" fmla="*/ 742507 h 5166360"/>
              <a:gd name="connsiteX20" fmla="*/ 1206388 w 12191999"/>
              <a:gd name="connsiteY20" fmla="*/ 864 h 5166360"/>
              <a:gd name="connsiteX21" fmla="*/ 748500 w 12191999"/>
              <a:gd name="connsiteY21" fmla="*/ 864 h 5166360"/>
              <a:gd name="connsiteX22" fmla="*/ 0 w 12191999"/>
              <a:gd name="connsiteY22" fmla="*/ 864 h 51663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</a:cxnLst>
            <a:rect l="l" t="t" r="r" b="b"/>
            <a:pathLst>
              <a:path w="12191999" h="5166360">
                <a:moveTo>
                  <a:pt x="0" y="0"/>
                </a:moveTo>
                <a:lnTo>
                  <a:pt x="1822388" y="0"/>
                </a:lnTo>
                <a:lnTo>
                  <a:pt x="6468290" y="0"/>
                </a:lnTo>
                <a:lnTo>
                  <a:pt x="7796394" y="0"/>
                </a:lnTo>
                <a:lnTo>
                  <a:pt x="8376834" y="0"/>
                </a:lnTo>
                <a:lnTo>
                  <a:pt x="9704938" y="0"/>
                </a:lnTo>
                <a:lnTo>
                  <a:pt x="9704938" y="2"/>
                </a:lnTo>
                <a:lnTo>
                  <a:pt x="10283456" y="2"/>
                </a:lnTo>
                <a:lnTo>
                  <a:pt x="10863897" y="2"/>
                </a:lnTo>
                <a:lnTo>
                  <a:pt x="12191999" y="2"/>
                </a:lnTo>
                <a:lnTo>
                  <a:pt x="12191999" y="5166360"/>
                </a:lnTo>
                <a:lnTo>
                  <a:pt x="0" y="5166360"/>
                </a:lnTo>
                <a:lnTo>
                  <a:pt x="0" y="2604436"/>
                </a:lnTo>
                <a:lnTo>
                  <a:pt x="862341" y="743371"/>
                </a:lnTo>
                <a:lnTo>
                  <a:pt x="0" y="743371"/>
                </a:lnTo>
                <a:lnTo>
                  <a:pt x="0" y="742508"/>
                </a:lnTo>
                <a:lnTo>
                  <a:pt x="92826" y="742508"/>
                </a:lnTo>
                <a:lnTo>
                  <a:pt x="406486" y="742508"/>
                </a:lnTo>
                <a:lnTo>
                  <a:pt x="406486" y="742507"/>
                </a:lnTo>
                <a:lnTo>
                  <a:pt x="862741" y="742507"/>
                </a:lnTo>
                <a:lnTo>
                  <a:pt x="1206388" y="864"/>
                </a:lnTo>
                <a:lnTo>
                  <a:pt x="748500" y="864"/>
                </a:lnTo>
                <a:lnTo>
                  <a:pt x="0" y="864"/>
                </a:lnTo>
                <a:close/>
              </a:path>
            </a:pathLst>
          </a:custGeom>
          <a:solidFill>
            <a:srgbClr val="A6A6A6">
              <a:alpha val="4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7" name="Freeform: Shape 16">
            <a:extLst>
              <a:ext uri="{FF2B5EF4-FFF2-40B4-BE49-F238E27FC236}">
                <a16:creationId xmlns:a16="http://schemas.microsoft.com/office/drawing/2014/main" id="{479F5F2B-8B58-4140-AE6A-51F6C67B18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691641"/>
            <a:ext cx="971654" cy="2096979"/>
          </a:xfrm>
          <a:custGeom>
            <a:avLst/>
            <a:gdLst>
              <a:gd name="connsiteX0" fmla="*/ 0 w 971654"/>
              <a:gd name="connsiteY0" fmla="*/ 0 h 2096979"/>
              <a:gd name="connsiteX1" fmla="*/ 971654 w 971654"/>
              <a:gd name="connsiteY1" fmla="*/ 0 h 2096979"/>
              <a:gd name="connsiteX2" fmla="*/ 0 w 971654"/>
              <a:gd name="connsiteY2" fmla="*/ 2096979 h 20969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971654" h="2096979">
                <a:moveTo>
                  <a:pt x="0" y="0"/>
                </a:moveTo>
                <a:lnTo>
                  <a:pt x="971654" y="0"/>
                </a:lnTo>
                <a:lnTo>
                  <a:pt x="0" y="2096979"/>
                </a:lnTo>
                <a:close/>
              </a:path>
            </a:pathLst>
          </a:custGeom>
          <a:solidFill>
            <a:srgbClr val="40404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332DF3E-E51B-4ECB-873F-CD2CD8355EB5}"/>
              </a:ext>
            </a:extLst>
          </p:cNvPr>
          <p:cNvSpPr txBox="1"/>
          <p:nvPr/>
        </p:nvSpPr>
        <p:spPr>
          <a:xfrm>
            <a:off x="1653363" y="2176272"/>
            <a:ext cx="9367204" cy="4041648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sz="2400" b="0" i="0" u="none" strike="noStrike" baseline="0" dirty="0"/>
          </a:p>
          <a:p>
            <a:pPr algn="just">
              <a:lnSpc>
                <a:spcPct val="150000"/>
              </a:lnSpc>
              <a:spcAft>
                <a:spcPts val="600"/>
              </a:spcAft>
            </a:pPr>
            <a:r>
              <a:rPr lang="en-US" sz="2400" b="1" i="0" u="none" strike="noStrike" baseline="0" dirty="0" err="1"/>
              <a:t>Kesalahan</a:t>
            </a:r>
            <a:r>
              <a:rPr lang="en-US" sz="2400" b="1" i="0" u="none" strike="noStrike" baseline="0" dirty="0"/>
              <a:t> </a:t>
            </a:r>
            <a:r>
              <a:rPr lang="en-US" sz="2400" b="1" i="0" u="none" strike="noStrike" baseline="0" dirty="0" err="1"/>
              <a:t>bawaan</a:t>
            </a:r>
            <a:r>
              <a:rPr lang="en-US" sz="2400" b="1" i="0" u="none" strike="noStrike" baseline="0" dirty="0"/>
              <a:t> </a:t>
            </a:r>
            <a:r>
              <a:rPr lang="en-US" sz="2400" b="0" i="0" u="none" strike="noStrike" baseline="0" dirty="0" err="1"/>
              <a:t>adalah</a:t>
            </a:r>
            <a:r>
              <a:rPr lang="en-US" sz="2400" b="0" i="0" u="none" strike="noStrike" baseline="0" dirty="0"/>
              <a:t> </a:t>
            </a:r>
            <a:r>
              <a:rPr lang="en-US" sz="2400" b="0" i="0" u="none" strike="noStrike" baseline="0" dirty="0" err="1"/>
              <a:t>kesalahan</a:t>
            </a:r>
            <a:r>
              <a:rPr lang="en-US" sz="2400" b="0" i="0" u="none" strike="noStrike" baseline="0" dirty="0"/>
              <a:t> </a:t>
            </a:r>
            <a:r>
              <a:rPr lang="en-US" sz="2400" b="0" i="0" u="none" strike="noStrike" baseline="0" dirty="0" err="1"/>
              <a:t>dari</a:t>
            </a:r>
            <a:r>
              <a:rPr lang="en-US" sz="2400" b="0" i="0" u="none" strike="noStrike" baseline="0" dirty="0"/>
              <a:t> </a:t>
            </a:r>
            <a:r>
              <a:rPr lang="en-US" sz="2400" b="0" i="0" u="none" strike="noStrike" baseline="0" dirty="0" err="1"/>
              <a:t>nilai</a:t>
            </a:r>
            <a:r>
              <a:rPr lang="en-US" sz="2400" b="0" i="0" u="none" strike="noStrike" baseline="0" dirty="0"/>
              <a:t> data. </a:t>
            </a:r>
            <a:r>
              <a:rPr lang="en-US" sz="2400" b="0" i="0" u="none" strike="noStrike" baseline="0" dirty="0" err="1"/>
              <a:t>Kesalahan</a:t>
            </a:r>
            <a:r>
              <a:rPr lang="en-US" sz="2400" b="0" i="0" u="none" strike="noStrike" baseline="0" dirty="0"/>
              <a:t> </a:t>
            </a:r>
            <a:r>
              <a:rPr lang="en-US" sz="2400" b="0" i="0" u="none" strike="noStrike" baseline="0" dirty="0" err="1"/>
              <a:t>tersebut</a:t>
            </a:r>
            <a:r>
              <a:rPr lang="en-US" sz="2400" b="0" i="0" u="none" strike="noStrike" baseline="0" dirty="0"/>
              <a:t> </a:t>
            </a:r>
            <a:r>
              <a:rPr lang="en-US" sz="2400" b="0" i="0" u="none" strike="noStrike" baseline="0" dirty="0" err="1"/>
              <a:t>bisa</a:t>
            </a:r>
            <a:r>
              <a:rPr lang="en-US" sz="2400" b="0" i="0" u="none" strike="noStrike" baseline="0" dirty="0"/>
              <a:t> </a:t>
            </a:r>
            <a:r>
              <a:rPr lang="en-US" sz="2400" b="0" i="0" u="none" strike="noStrike" baseline="0" dirty="0" err="1"/>
              <a:t>terjadi</a:t>
            </a:r>
            <a:r>
              <a:rPr lang="en-US" sz="2400" b="0" i="0" u="none" strike="noStrike" baseline="0" dirty="0"/>
              <a:t> </a:t>
            </a:r>
            <a:r>
              <a:rPr lang="en-US" sz="2400" b="0" i="0" u="none" strike="noStrike" baseline="0" dirty="0" err="1"/>
              <a:t>karena</a:t>
            </a:r>
            <a:r>
              <a:rPr lang="en-US" sz="2400" b="0" i="0" u="none" strike="noStrike" baseline="0" dirty="0"/>
              <a:t> </a:t>
            </a:r>
            <a:r>
              <a:rPr lang="en-US" sz="2400" b="0" i="0" u="none" strike="noStrike" baseline="0" dirty="0" err="1"/>
              <a:t>kekeliruan</a:t>
            </a:r>
            <a:r>
              <a:rPr lang="en-US" sz="2400" b="0" i="0" u="none" strike="noStrike" baseline="0" dirty="0"/>
              <a:t> </a:t>
            </a:r>
            <a:r>
              <a:rPr lang="en-US" sz="2400" b="0" i="0" u="none" strike="noStrike" baseline="0" dirty="0" err="1"/>
              <a:t>dalam</a:t>
            </a:r>
            <a:r>
              <a:rPr lang="en-US" sz="2400" b="0" i="0" u="none" strike="noStrike" baseline="0" dirty="0"/>
              <a:t> </a:t>
            </a:r>
            <a:r>
              <a:rPr lang="en-US" sz="2400" b="0" i="0" u="none" strike="noStrike" baseline="0" dirty="0" err="1"/>
              <a:t>menyalin</a:t>
            </a:r>
            <a:r>
              <a:rPr lang="en-US" sz="2400" b="0" i="0" u="none" strike="noStrike" baseline="0" dirty="0"/>
              <a:t> data, salah </a:t>
            </a:r>
            <a:r>
              <a:rPr lang="en-US" sz="2400" b="0" i="0" u="none" strike="noStrike" baseline="0" dirty="0" err="1"/>
              <a:t>membaca</a:t>
            </a:r>
            <a:r>
              <a:rPr lang="en-US" sz="2400" b="0" i="0" u="none" strike="noStrike" baseline="0" dirty="0"/>
              <a:t> </a:t>
            </a:r>
            <a:r>
              <a:rPr lang="en-US" sz="2400" b="0" i="0" u="none" strike="noStrike" baseline="0" dirty="0" err="1"/>
              <a:t>skala</a:t>
            </a:r>
            <a:r>
              <a:rPr lang="en-US" sz="2400" b="0" i="0" u="none" strike="noStrike" baseline="0" dirty="0"/>
              <a:t>, </a:t>
            </a:r>
            <a:r>
              <a:rPr lang="en-US" sz="2400" b="0" i="0" u="none" strike="noStrike" baseline="0" dirty="0" err="1"/>
              <a:t>atau</a:t>
            </a:r>
            <a:r>
              <a:rPr lang="en-US" sz="2400" b="0" i="0" u="none" strike="noStrike" baseline="0" dirty="0"/>
              <a:t> </a:t>
            </a:r>
            <a:r>
              <a:rPr lang="en-US" sz="2400" b="0" i="0" u="none" strike="noStrike" baseline="0" dirty="0" err="1"/>
              <a:t>kesalahan</a:t>
            </a:r>
            <a:r>
              <a:rPr lang="en-US" sz="2400" b="0" i="0" u="none" strike="noStrike" baseline="0" dirty="0"/>
              <a:t> </a:t>
            </a:r>
            <a:r>
              <a:rPr lang="en-US" sz="2400" b="0" i="0" u="none" strike="noStrike" baseline="0" dirty="0" err="1"/>
              <a:t>karena</a:t>
            </a:r>
            <a:r>
              <a:rPr lang="en-US" sz="2400" b="0" i="0" u="none" strike="noStrike" baseline="0" dirty="0"/>
              <a:t> </a:t>
            </a:r>
            <a:r>
              <a:rPr lang="en-US" sz="2400" b="0" i="0" u="none" strike="noStrike" baseline="0" dirty="0" err="1"/>
              <a:t>kurangnya</a:t>
            </a:r>
            <a:r>
              <a:rPr lang="en-US" sz="2400" b="0" i="0" u="none" strike="noStrike" baseline="0" dirty="0"/>
              <a:t> </a:t>
            </a:r>
            <a:r>
              <a:rPr lang="en-US" sz="2400" b="0" i="0" u="none" strike="noStrike" baseline="0" dirty="0" err="1"/>
              <a:t>pengertian</a:t>
            </a:r>
            <a:r>
              <a:rPr lang="en-US" sz="2400" b="0" i="0" u="none" strike="noStrike" baseline="0" dirty="0"/>
              <a:t> </a:t>
            </a:r>
            <a:r>
              <a:rPr lang="en-US" sz="2400" b="0" i="0" u="none" strike="noStrike" baseline="0" dirty="0" err="1"/>
              <a:t>mengenai</a:t>
            </a:r>
            <a:r>
              <a:rPr lang="en-US" sz="2400" b="0" i="0" u="none" strike="noStrike" baseline="0" dirty="0"/>
              <a:t> </a:t>
            </a:r>
            <a:r>
              <a:rPr lang="en-US" sz="2400" b="0" i="0" u="none" strike="noStrike" baseline="0" dirty="0" err="1"/>
              <a:t>hukum-hukum</a:t>
            </a:r>
            <a:r>
              <a:rPr lang="en-US" sz="2400" b="0" i="0" u="none" strike="noStrike" baseline="0" dirty="0"/>
              <a:t> </a:t>
            </a:r>
            <a:r>
              <a:rPr lang="en-US" sz="2400" b="0" i="0" u="none" strike="noStrike" baseline="0" dirty="0" err="1"/>
              <a:t>fisik</a:t>
            </a:r>
            <a:r>
              <a:rPr lang="en-US" sz="2400" b="0" i="0" u="none" strike="noStrike" baseline="0" dirty="0"/>
              <a:t> </a:t>
            </a:r>
            <a:r>
              <a:rPr lang="en-US" sz="2400" b="0" i="0" u="none" strike="noStrike" baseline="0" dirty="0" err="1"/>
              <a:t>dari</a:t>
            </a:r>
            <a:r>
              <a:rPr lang="en-US" sz="2400" b="0" i="0" u="none" strike="noStrike" baseline="0" dirty="0"/>
              <a:t> data yang </a:t>
            </a:r>
            <a:r>
              <a:rPr lang="en-US" sz="2400" b="0" i="0" u="none" strike="noStrike" baseline="0" dirty="0" err="1"/>
              <a:t>diukur</a:t>
            </a:r>
            <a:r>
              <a:rPr lang="en-US" sz="2400" b="0" i="0" u="none" strike="noStrike" baseline="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23092807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 txBox="1">
            <a:spLocks/>
          </p:cNvSpPr>
          <p:nvPr/>
        </p:nvSpPr>
        <p:spPr>
          <a:xfrm>
            <a:off x="1653363" y="365760"/>
            <a:ext cx="9367203" cy="118872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indent="0" algn="ctr" defTabSz="914400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600" b="1">
                <a:ln w="10160">
                  <a:solidFill>
                    <a:schemeClr val="tx1"/>
                  </a:solidFill>
                  <a:prstDash val="solid"/>
                </a:ln>
                <a:solidFill>
                  <a:schemeClr val="accent4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</a:defRPr>
            </a:lvl1pPr>
            <a:lvl2pPr indent="0" algn="ctr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/>
            </a:lvl2pPr>
            <a:lvl3pPr indent="0" algn="ctr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</a:lvl3pPr>
            <a:lvl4pPr indent="0" algn="ctr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/>
            </a:lvl4pPr>
            <a:lvl5pPr indent="0" algn="ctr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/>
            </a:lvl5pPr>
            <a:lvl6pPr indent="0" algn="ctr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/>
            </a:lvl6pPr>
            <a:lvl7pPr indent="0" algn="ctr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/>
            </a:lvl7pPr>
            <a:lvl8pPr indent="0" algn="ctr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/>
            </a:lvl8pPr>
            <a:lvl9pPr indent="0" algn="ctr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/>
            </a:lvl9pPr>
          </a:lstStyle>
          <a:p>
            <a:pPr algn="l">
              <a:spcBef>
                <a:spcPct val="0"/>
              </a:spcBef>
              <a:spcAft>
                <a:spcPts val="600"/>
              </a:spcAft>
            </a:pPr>
            <a:r>
              <a:rPr lang="en-US" sz="4800" kern="1200" dirty="0"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KESALAHAN PEMBULATAN</a:t>
            </a:r>
          </a:p>
        </p:txBody>
      </p:sp>
      <p:sp>
        <p:nvSpPr>
          <p:cNvPr id="16" name="Freeform: Shape 15">
            <a:extLst>
              <a:ext uri="{FF2B5EF4-FFF2-40B4-BE49-F238E27FC236}">
                <a16:creationId xmlns:a16="http://schemas.microsoft.com/office/drawing/2014/main" id="{7CB4857B-ED7C-444D-9F04-2F885114A1C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1764099" cy="1558212"/>
          </a:xfrm>
          <a:custGeom>
            <a:avLst/>
            <a:gdLst>
              <a:gd name="connsiteX0" fmla="*/ 0 w 1764099"/>
              <a:gd name="connsiteY0" fmla="*/ 0 h 1558212"/>
              <a:gd name="connsiteX1" fmla="*/ 1764099 w 1764099"/>
              <a:gd name="connsiteY1" fmla="*/ 0 h 1558212"/>
              <a:gd name="connsiteX2" fmla="*/ 1042087 w 1764099"/>
              <a:gd name="connsiteY2" fmla="*/ 1558212 h 1558212"/>
              <a:gd name="connsiteX3" fmla="*/ 0 w 1764099"/>
              <a:gd name="connsiteY3" fmla="*/ 1558212 h 155821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764099" h="1558212">
                <a:moveTo>
                  <a:pt x="0" y="0"/>
                </a:moveTo>
                <a:lnTo>
                  <a:pt x="1764099" y="0"/>
                </a:lnTo>
                <a:lnTo>
                  <a:pt x="1042087" y="1558212"/>
                </a:lnTo>
                <a:lnTo>
                  <a:pt x="0" y="1558212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D18046FB-44EA-4FD8-A585-EA09A319B2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1691640"/>
            <a:ext cx="12191999" cy="5166360"/>
          </a:xfrm>
          <a:custGeom>
            <a:avLst/>
            <a:gdLst>
              <a:gd name="connsiteX0" fmla="*/ 0 w 12191999"/>
              <a:gd name="connsiteY0" fmla="*/ 0 h 5166360"/>
              <a:gd name="connsiteX1" fmla="*/ 1822388 w 12191999"/>
              <a:gd name="connsiteY1" fmla="*/ 0 h 5166360"/>
              <a:gd name="connsiteX2" fmla="*/ 6468290 w 12191999"/>
              <a:gd name="connsiteY2" fmla="*/ 0 h 5166360"/>
              <a:gd name="connsiteX3" fmla="*/ 7796394 w 12191999"/>
              <a:gd name="connsiteY3" fmla="*/ 0 h 5166360"/>
              <a:gd name="connsiteX4" fmla="*/ 8376834 w 12191999"/>
              <a:gd name="connsiteY4" fmla="*/ 0 h 5166360"/>
              <a:gd name="connsiteX5" fmla="*/ 9704938 w 12191999"/>
              <a:gd name="connsiteY5" fmla="*/ 0 h 5166360"/>
              <a:gd name="connsiteX6" fmla="*/ 9704938 w 12191999"/>
              <a:gd name="connsiteY6" fmla="*/ 2 h 5166360"/>
              <a:gd name="connsiteX7" fmla="*/ 10283456 w 12191999"/>
              <a:gd name="connsiteY7" fmla="*/ 2 h 5166360"/>
              <a:gd name="connsiteX8" fmla="*/ 10863897 w 12191999"/>
              <a:gd name="connsiteY8" fmla="*/ 2 h 5166360"/>
              <a:gd name="connsiteX9" fmla="*/ 12191999 w 12191999"/>
              <a:gd name="connsiteY9" fmla="*/ 2 h 5166360"/>
              <a:gd name="connsiteX10" fmla="*/ 12191999 w 12191999"/>
              <a:gd name="connsiteY10" fmla="*/ 5166360 h 5166360"/>
              <a:gd name="connsiteX11" fmla="*/ 0 w 12191999"/>
              <a:gd name="connsiteY11" fmla="*/ 5166360 h 5166360"/>
              <a:gd name="connsiteX12" fmla="*/ 0 w 12191999"/>
              <a:gd name="connsiteY12" fmla="*/ 2604436 h 5166360"/>
              <a:gd name="connsiteX13" fmla="*/ 862341 w 12191999"/>
              <a:gd name="connsiteY13" fmla="*/ 743371 h 5166360"/>
              <a:gd name="connsiteX14" fmla="*/ 0 w 12191999"/>
              <a:gd name="connsiteY14" fmla="*/ 743371 h 5166360"/>
              <a:gd name="connsiteX15" fmla="*/ 0 w 12191999"/>
              <a:gd name="connsiteY15" fmla="*/ 742508 h 5166360"/>
              <a:gd name="connsiteX16" fmla="*/ 92826 w 12191999"/>
              <a:gd name="connsiteY16" fmla="*/ 742508 h 5166360"/>
              <a:gd name="connsiteX17" fmla="*/ 406486 w 12191999"/>
              <a:gd name="connsiteY17" fmla="*/ 742508 h 5166360"/>
              <a:gd name="connsiteX18" fmla="*/ 406486 w 12191999"/>
              <a:gd name="connsiteY18" fmla="*/ 742507 h 5166360"/>
              <a:gd name="connsiteX19" fmla="*/ 862741 w 12191999"/>
              <a:gd name="connsiteY19" fmla="*/ 742507 h 5166360"/>
              <a:gd name="connsiteX20" fmla="*/ 1206388 w 12191999"/>
              <a:gd name="connsiteY20" fmla="*/ 864 h 5166360"/>
              <a:gd name="connsiteX21" fmla="*/ 748500 w 12191999"/>
              <a:gd name="connsiteY21" fmla="*/ 864 h 5166360"/>
              <a:gd name="connsiteX22" fmla="*/ 0 w 12191999"/>
              <a:gd name="connsiteY22" fmla="*/ 864 h 51663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</a:cxnLst>
            <a:rect l="l" t="t" r="r" b="b"/>
            <a:pathLst>
              <a:path w="12191999" h="5166360">
                <a:moveTo>
                  <a:pt x="0" y="0"/>
                </a:moveTo>
                <a:lnTo>
                  <a:pt x="1822388" y="0"/>
                </a:lnTo>
                <a:lnTo>
                  <a:pt x="6468290" y="0"/>
                </a:lnTo>
                <a:lnTo>
                  <a:pt x="7796394" y="0"/>
                </a:lnTo>
                <a:lnTo>
                  <a:pt x="8376834" y="0"/>
                </a:lnTo>
                <a:lnTo>
                  <a:pt x="9704938" y="0"/>
                </a:lnTo>
                <a:lnTo>
                  <a:pt x="9704938" y="2"/>
                </a:lnTo>
                <a:lnTo>
                  <a:pt x="10283456" y="2"/>
                </a:lnTo>
                <a:lnTo>
                  <a:pt x="10863897" y="2"/>
                </a:lnTo>
                <a:lnTo>
                  <a:pt x="12191999" y="2"/>
                </a:lnTo>
                <a:lnTo>
                  <a:pt x="12191999" y="5166360"/>
                </a:lnTo>
                <a:lnTo>
                  <a:pt x="0" y="5166360"/>
                </a:lnTo>
                <a:lnTo>
                  <a:pt x="0" y="2604436"/>
                </a:lnTo>
                <a:lnTo>
                  <a:pt x="862341" y="743371"/>
                </a:lnTo>
                <a:lnTo>
                  <a:pt x="0" y="743371"/>
                </a:lnTo>
                <a:lnTo>
                  <a:pt x="0" y="742508"/>
                </a:lnTo>
                <a:lnTo>
                  <a:pt x="92826" y="742508"/>
                </a:lnTo>
                <a:lnTo>
                  <a:pt x="406486" y="742508"/>
                </a:lnTo>
                <a:lnTo>
                  <a:pt x="406486" y="742507"/>
                </a:lnTo>
                <a:lnTo>
                  <a:pt x="862741" y="742507"/>
                </a:lnTo>
                <a:lnTo>
                  <a:pt x="1206388" y="864"/>
                </a:lnTo>
                <a:lnTo>
                  <a:pt x="748500" y="864"/>
                </a:lnTo>
                <a:lnTo>
                  <a:pt x="0" y="864"/>
                </a:lnTo>
                <a:close/>
              </a:path>
            </a:pathLst>
          </a:custGeom>
          <a:solidFill>
            <a:srgbClr val="A6A6A6">
              <a:alpha val="4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0" name="Freeform: Shape 19">
            <a:extLst>
              <a:ext uri="{FF2B5EF4-FFF2-40B4-BE49-F238E27FC236}">
                <a16:creationId xmlns:a16="http://schemas.microsoft.com/office/drawing/2014/main" id="{479F5F2B-8B58-4140-AE6A-51F6C67B18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691641"/>
            <a:ext cx="971654" cy="2096979"/>
          </a:xfrm>
          <a:custGeom>
            <a:avLst/>
            <a:gdLst>
              <a:gd name="connsiteX0" fmla="*/ 0 w 971654"/>
              <a:gd name="connsiteY0" fmla="*/ 0 h 2096979"/>
              <a:gd name="connsiteX1" fmla="*/ 971654 w 971654"/>
              <a:gd name="connsiteY1" fmla="*/ 0 h 2096979"/>
              <a:gd name="connsiteX2" fmla="*/ 0 w 971654"/>
              <a:gd name="connsiteY2" fmla="*/ 2096979 h 20969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971654" h="2096979">
                <a:moveTo>
                  <a:pt x="0" y="0"/>
                </a:moveTo>
                <a:lnTo>
                  <a:pt x="971654" y="0"/>
                </a:lnTo>
                <a:lnTo>
                  <a:pt x="0" y="2096979"/>
                </a:lnTo>
                <a:close/>
              </a:path>
            </a:pathLst>
          </a:custGeom>
          <a:solidFill>
            <a:srgbClr val="40404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4F626C4-1A3D-461C-9A99-85DF56EF79BC}"/>
              </a:ext>
            </a:extLst>
          </p:cNvPr>
          <p:cNvSpPr txBox="1"/>
          <p:nvPr/>
        </p:nvSpPr>
        <p:spPr>
          <a:xfrm>
            <a:off x="1653363" y="2176272"/>
            <a:ext cx="9367204" cy="4041648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algn="just">
              <a:spcAft>
                <a:spcPts val="600"/>
              </a:spcAft>
            </a:pPr>
            <a:r>
              <a:rPr lang="en-US" sz="2400" b="1" i="0" u="none" strike="noStrike" baseline="0" dirty="0" err="1">
                <a:latin typeface="Arial" panose="020B0604020202020204" pitchFamily="34" charset="0"/>
                <a:cs typeface="Arial" panose="020B0604020202020204" pitchFamily="34" charset="0"/>
              </a:rPr>
              <a:t>Kesalahan</a:t>
            </a:r>
            <a:r>
              <a:rPr lang="en-US" sz="2400" b="1" i="0" u="none" strike="noStrike" baseline="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400" b="1" i="0" u="none" strike="noStrike" baseline="0" dirty="0" err="1">
                <a:latin typeface="Arial" panose="020B0604020202020204" pitchFamily="34" charset="0"/>
                <a:cs typeface="Arial" panose="020B0604020202020204" pitchFamily="34" charset="0"/>
              </a:rPr>
              <a:t>pembulatan</a:t>
            </a:r>
            <a:r>
              <a:rPr lang="en-US" sz="2400" b="1" i="0" u="none" strike="noStrike" baseline="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400" b="0" i="0" u="none" strike="noStrike" baseline="0" dirty="0" err="1">
                <a:latin typeface="Arial" panose="020B0604020202020204" pitchFamily="34" charset="0"/>
                <a:cs typeface="Arial" panose="020B0604020202020204" pitchFamily="34" charset="0"/>
              </a:rPr>
              <a:t>terjadi</a:t>
            </a:r>
            <a:r>
              <a:rPr lang="en-US" sz="2400" b="0" i="0" u="none" strike="noStrike" baseline="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400" b="0" i="0" u="none" strike="noStrike" baseline="0" dirty="0" err="1">
                <a:latin typeface="Arial" panose="020B0604020202020204" pitchFamily="34" charset="0"/>
                <a:cs typeface="Arial" panose="020B0604020202020204" pitchFamily="34" charset="0"/>
              </a:rPr>
              <a:t>karena</a:t>
            </a:r>
            <a:r>
              <a:rPr lang="en-US" sz="2400" b="0" i="0" u="none" strike="noStrike" baseline="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400" b="0" i="0" u="none" strike="noStrike" baseline="0" dirty="0" err="1">
                <a:latin typeface="Arial" panose="020B0604020202020204" pitchFamily="34" charset="0"/>
                <a:cs typeface="Arial" panose="020B0604020202020204" pitchFamily="34" charset="0"/>
              </a:rPr>
              <a:t>tidak</a:t>
            </a:r>
            <a:r>
              <a:rPr lang="en-US" sz="2400" b="0" i="0" u="none" strike="noStrike" baseline="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400" b="0" i="0" u="none" strike="noStrike" baseline="0" dirty="0" err="1">
                <a:latin typeface="Arial" panose="020B0604020202020204" pitchFamily="34" charset="0"/>
                <a:cs typeface="Arial" panose="020B0604020202020204" pitchFamily="34" charset="0"/>
              </a:rPr>
              <a:t>diperhitungkannya</a:t>
            </a:r>
            <a:r>
              <a:rPr lang="en-US" sz="2400" b="0" i="0" u="none" strike="noStrike" baseline="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400" b="0" i="0" u="none" strike="noStrike" baseline="0" dirty="0" err="1">
                <a:latin typeface="Arial" panose="020B0604020202020204" pitchFamily="34" charset="0"/>
                <a:cs typeface="Arial" panose="020B0604020202020204" pitchFamily="34" charset="0"/>
              </a:rPr>
              <a:t>beberapa</a:t>
            </a:r>
            <a:r>
              <a:rPr lang="en-US" sz="2400" b="0" i="0" u="none" strike="noStrike" baseline="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400" b="0" i="0" u="none" strike="noStrike" baseline="0" dirty="0" err="1">
                <a:latin typeface="Arial" panose="020B0604020202020204" pitchFamily="34" charset="0"/>
                <a:cs typeface="Arial" panose="020B0604020202020204" pitchFamily="34" charset="0"/>
              </a:rPr>
              <a:t>angka</a:t>
            </a:r>
            <a:r>
              <a:rPr lang="en-US" sz="2400" b="0" i="0" u="none" strike="noStrike" baseline="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400" b="0" i="0" u="none" strike="noStrike" baseline="0" dirty="0" err="1">
                <a:latin typeface="Arial" panose="020B0604020202020204" pitchFamily="34" charset="0"/>
                <a:cs typeface="Arial" panose="020B0604020202020204" pitchFamily="34" charset="0"/>
              </a:rPr>
              <a:t>terakhir</a:t>
            </a:r>
            <a:r>
              <a:rPr lang="en-US" sz="2400" b="0" i="0" u="none" strike="noStrike" baseline="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400" b="0" i="0" u="none" strike="noStrike" baseline="0" dirty="0" err="1">
                <a:latin typeface="Arial" panose="020B0604020202020204" pitchFamily="34" charset="0"/>
                <a:cs typeface="Arial" panose="020B0604020202020204" pitchFamily="34" charset="0"/>
              </a:rPr>
              <a:t>dari</a:t>
            </a:r>
            <a:r>
              <a:rPr lang="en-US" sz="2400" b="0" i="0" u="none" strike="noStrike" baseline="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400" b="0" i="0" u="none" strike="noStrike" baseline="0" dirty="0" err="1">
                <a:latin typeface="Arial" panose="020B0604020202020204" pitchFamily="34" charset="0"/>
                <a:cs typeface="Arial" panose="020B0604020202020204" pitchFamily="34" charset="0"/>
              </a:rPr>
              <a:t>suatu</a:t>
            </a:r>
            <a:r>
              <a:rPr lang="en-US" sz="2400" b="0" i="0" u="none" strike="noStrike" baseline="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400" b="0" i="0" u="none" strike="noStrike" baseline="0" dirty="0" err="1">
                <a:latin typeface="Arial" panose="020B0604020202020204" pitchFamily="34" charset="0"/>
                <a:cs typeface="Arial" panose="020B0604020202020204" pitchFamily="34" charset="0"/>
              </a:rPr>
              <a:t>bilangan</a:t>
            </a:r>
            <a:r>
              <a:rPr lang="en-US" sz="2400" b="0" i="0" u="none" strike="noStrike" baseline="0" dirty="0">
                <a:latin typeface="Arial" panose="020B0604020202020204" pitchFamily="34" charset="0"/>
                <a:cs typeface="Arial" panose="020B0604020202020204" pitchFamily="34" charset="0"/>
              </a:rPr>
              <a:t>. </a:t>
            </a:r>
            <a:r>
              <a:rPr lang="en-US" sz="2400" b="0" i="0" u="none" strike="noStrike" baseline="0" dirty="0" err="1">
                <a:latin typeface="Arial" panose="020B0604020202020204" pitchFamily="34" charset="0"/>
                <a:cs typeface="Arial" panose="020B0604020202020204" pitchFamily="34" charset="0"/>
              </a:rPr>
              <a:t>Kesalahan</a:t>
            </a:r>
            <a:r>
              <a:rPr lang="en-US" sz="2400" b="0" i="0" u="none" strike="noStrike" baseline="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400" b="0" i="0" u="none" strike="noStrike" baseline="0" dirty="0" err="1">
                <a:latin typeface="Arial" panose="020B0604020202020204" pitchFamily="34" charset="0"/>
                <a:cs typeface="Arial" panose="020B0604020202020204" pitchFamily="34" charset="0"/>
              </a:rPr>
              <a:t>ini</a:t>
            </a:r>
            <a:r>
              <a:rPr lang="en-US" sz="2400" b="0" i="0" u="none" strike="noStrike" baseline="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400" b="0" i="0" u="none" strike="noStrike" baseline="0" dirty="0" err="1">
                <a:latin typeface="Arial" panose="020B0604020202020204" pitchFamily="34" charset="0"/>
                <a:cs typeface="Arial" panose="020B0604020202020204" pitchFamily="34" charset="0"/>
              </a:rPr>
              <a:t>terjadi</a:t>
            </a:r>
            <a:r>
              <a:rPr lang="en-US" sz="2400" b="0" i="0" u="none" strike="noStrike" baseline="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400" b="0" i="0" u="none" strike="noStrike" baseline="0" dirty="0" err="1">
                <a:latin typeface="Arial" panose="020B0604020202020204" pitchFamily="34" charset="0"/>
                <a:cs typeface="Arial" panose="020B0604020202020204" pitchFamily="34" charset="0"/>
              </a:rPr>
              <a:t>apabila</a:t>
            </a:r>
            <a:r>
              <a:rPr lang="en-US" sz="2400" b="0" i="0" u="none" strike="noStrike" baseline="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400" b="0" i="0" u="none" strike="noStrike" baseline="0" dirty="0" err="1">
                <a:latin typeface="Arial" panose="020B0604020202020204" pitchFamily="34" charset="0"/>
                <a:cs typeface="Arial" panose="020B0604020202020204" pitchFamily="34" charset="0"/>
              </a:rPr>
              <a:t>bilangan</a:t>
            </a:r>
            <a:r>
              <a:rPr lang="en-US" sz="2400" b="0" i="0" u="none" strike="noStrike" baseline="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400" b="0" i="0" u="none" strike="noStrike" baseline="0" dirty="0" err="1">
                <a:latin typeface="Arial" panose="020B0604020202020204" pitchFamily="34" charset="0"/>
                <a:cs typeface="Arial" panose="020B0604020202020204" pitchFamily="34" charset="0"/>
              </a:rPr>
              <a:t>perkiraan</a:t>
            </a:r>
            <a:r>
              <a:rPr lang="en-US" sz="2400" b="0" i="0" u="none" strike="noStrike" baseline="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400" b="0" i="0" u="none" strike="noStrike" baseline="0" dirty="0" err="1">
                <a:latin typeface="Arial" panose="020B0604020202020204" pitchFamily="34" charset="0"/>
                <a:cs typeface="Arial" panose="020B0604020202020204" pitchFamily="34" charset="0"/>
              </a:rPr>
              <a:t>digunakan</a:t>
            </a:r>
            <a:r>
              <a:rPr lang="en-US" sz="2400" b="0" i="0" u="none" strike="noStrike" baseline="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400" b="0" i="0" u="none" strike="noStrike" baseline="0" dirty="0" err="1">
                <a:latin typeface="Arial" panose="020B0604020202020204" pitchFamily="34" charset="0"/>
                <a:cs typeface="Arial" panose="020B0604020202020204" pitchFamily="34" charset="0"/>
              </a:rPr>
              <a:t>untuk</a:t>
            </a:r>
            <a:r>
              <a:rPr lang="en-US" sz="2400" b="0" i="0" u="none" strike="noStrike" baseline="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400" b="0" i="0" u="none" strike="noStrike" baseline="0" dirty="0" err="1">
                <a:latin typeface="Arial" panose="020B0604020202020204" pitchFamily="34" charset="0"/>
                <a:cs typeface="Arial" panose="020B0604020202020204" pitchFamily="34" charset="0"/>
              </a:rPr>
              <a:t>menggantikan</a:t>
            </a:r>
            <a:r>
              <a:rPr lang="en-US" sz="2400" b="0" i="0" u="none" strike="noStrike" baseline="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400" b="0" i="0" u="none" strike="noStrike" baseline="0" dirty="0" err="1">
                <a:latin typeface="Arial" panose="020B0604020202020204" pitchFamily="34" charset="0"/>
                <a:cs typeface="Arial" panose="020B0604020202020204" pitchFamily="34" charset="0"/>
              </a:rPr>
              <a:t>bilangan</a:t>
            </a:r>
            <a:r>
              <a:rPr lang="en-US" sz="2400" b="0" i="0" u="none" strike="noStrike" baseline="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400" b="0" i="0" u="none" strike="noStrike" baseline="0" dirty="0" err="1">
                <a:latin typeface="Arial" panose="020B0604020202020204" pitchFamily="34" charset="0"/>
                <a:cs typeface="Arial" panose="020B0604020202020204" pitchFamily="34" charset="0"/>
              </a:rPr>
              <a:t>eksak</a:t>
            </a:r>
            <a:r>
              <a:rPr lang="en-US" sz="2400" b="0" i="0" u="none" strike="noStrike" baseline="0" dirty="0">
                <a:latin typeface="Arial" panose="020B0604020202020204" pitchFamily="34" charset="0"/>
                <a:cs typeface="Arial" panose="020B0604020202020204" pitchFamily="34" charset="0"/>
              </a:rPr>
              <a:t>. </a:t>
            </a:r>
            <a:r>
              <a:rPr lang="en-US" sz="2400" b="0" i="0" u="none" strike="noStrike" baseline="0" dirty="0" err="1">
                <a:latin typeface="Arial" panose="020B0604020202020204" pitchFamily="34" charset="0"/>
                <a:cs typeface="Arial" panose="020B0604020202020204" pitchFamily="34" charset="0"/>
              </a:rPr>
              <a:t>Suatu</a:t>
            </a:r>
            <a:r>
              <a:rPr lang="en-US" sz="2400" b="0" i="0" u="none" strike="noStrike" baseline="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400" b="0" i="0" u="none" strike="noStrike" baseline="0" dirty="0" err="1">
                <a:latin typeface="Arial" panose="020B0604020202020204" pitchFamily="34" charset="0"/>
                <a:cs typeface="Arial" panose="020B0604020202020204" pitchFamily="34" charset="0"/>
              </a:rPr>
              <a:t>bilangan</a:t>
            </a:r>
            <a:r>
              <a:rPr lang="en-US" sz="2400" b="0" i="0" u="none" strike="noStrike" baseline="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400" b="0" i="0" u="none" strike="noStrike" baseline="0" dirty="0" err="1">
                <a:latin typeface="Arial" panose="020B0604020202020204" pitchFamily="34" charset="0"/>
                <a:cs typeface="Arial" panose="020B0604020202020204" pitchFamily="34" charset="0"/>
              </a:rPr>
              <a:t>dibulatkan</a:t>
            </a:r>
            <a:r>
              <a:rPr lang="en-US" sz="2400" b="0" i="0" u="none" strike="noStrike" baseline="0" dirty="0">
                <a:latin typeface="Arial" panose="020B0604020202020204" pitchFamily="34" charset="0"/>
                <a:cs typeface="Arial" panose="020B0604020202020204" pitchFamily="34" charset="0"/>
              </a:rPr>
              <a:t> pada </a:t>
            </a:r>
            <a:r>
              <a:rPr lang="en-US" sz="2400" b="0" i="0" u="none" strike="noStrike" baseline="0" dirty="0" err="1">
                <a:latin typeface="Arial" panose="020B0604020202020204" pitchFamily="34" charset="0"/>
                <a:cs typeface="Arial" panose="020B0604020202020204" pitchFamily="34" charset="0"/>
              </a:rPr>
              <a:t>posisi</a:t>
            </a:r>
            <a:r>
              <a:rPr lang="en-US" sz="2400" b="0" i="0" u="none" strike="noStrike" baseline="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400" b="0" i="0" u="none" strike="noStrike" baseline="0" dirty="0" err="1">
                <a:latin typeface="Arial" panose="020B0604020202020204" pitchFamily="34" charset="0"/>
                <a:cs typeface="Arial" panose="020B0604020202020204" pitchFamily="34" charset="0"/>
              </a:rPr>
              <a:t>ke</a:t>
            </a:r>
            <a:r>
              <a:rPr lang="en-US" sz="2400" b="0" i="0" u="none" strike="noStrike" baseline="0" dirty="0">
                <a:latin typeface="Arial" panose="020B0604020202020204" pitchFamily="34" charset="0"/>
                <a:cs typeface="Arial" panose="020B0604020202020204" pitchFamily="34" charset="0"/>
              </a:rPr>
              <a:t>-n </a:t>
            </a:r>
            <a:r>
              <a:rPr lang="en-US" sz="2400" b="0" i="0" u="none" strike="noStrike" baseline="0" dirty="0" err="1">
                <a:latin typeface="Arial" panose="020B0604020202020204" pitchFamily="34" charset="0"/>
                <a:cs typeface="Arial" panose="020B0604020202020204" pitchFamily="34" charset="0"/>
              </a:rPr>
              <a:t>dengan</a:t>
            </a:r>
            <a:r>
              <a:rPr lang="en-US" sz="2400" b="0" i="0" u="none" strike="noStrike" baseline="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400" b="0" i="0" u="none" strike="noStrike" baseline="0" dirty="0" err="1">
                <a:latin typeface="Arial" panose="020B0604020202020204" pitchFamily="34" charset="0"/>
                <a:cs typeface="Arial" panose="020B0604020202020204" pitchFamily="34" charset="0"/>
              </a:rPr>
              <a:t>membuat</a:t>
            </a:r>
            <a:r>
              <a:rPr lang="en-US" sz="2400" b="0" i="0" u="none" strike="noStrike" baseline="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400" b="0" i="0" u="none" strike="noStrike" baseline="0" dirty="0" err="1">
                <a:latin typeface="Arial" panose="020B0604020202020204" pitchFamily="34" charset="0"/>
                <a:cs typeface="Arial" panose="020B0604020202020204" pitchFamily="34" charset="0"/>
              </a:rPr>
              <a:t>semua</a:t>
            </a:r>
            <a:r>
              <a:rPr lang="en-US" sz="2400" b="0" i="0" u="none" strike="noStrike" baseline="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400" b="0" i="0" u="none" strike="noStrike" baseline="0" dirty="0" err="1">
                <a:latin typeface="Arial" panose="020B0604020202020204" pitchFamily="34" charset="0"/>
                <a:cs typeface="Arial" panose="020B0604020202020204" pitchFamily="34" charset="0"/>
              </a:rPr>
              <a:t>angka</a:t>
            </a:r>
            <a:r>
              <a:rPr lang="en-US" sz="2400" b="0" i="0" u="none" strike="noStrike" baseline="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400" b="0" i="0" u="none" strike="noStrike" baseline="0" dirty="0" err="1">
                <a:latin typeface="Arial" panose="020B0604020202020204" pitchFamily="34" charset="0"/>
                <a:cs typeface="Arial" panose="020B0604020202020204" pitchFamily="34" charset="0"/>
              </a:rPr>
              <a:t>disebelah</a:t>
            </a:r>
            <a:r>
              <a:rPr lang="en-US" sz="2400" b="0" i="0" u="none" strike="noStrike" baseline="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400" b="0" i="0" u="none" strike="noStrike" baseline="0" dirty="0" err="1">
                <a:latin typeface="Arial" panose="020B0604020202020204" pitchFamily="34" charset="0"/>
                <a:cs typeface="Arial" panose="020B0604020202020204" pitchFamily="34" charset="0"/>
              </a:rPr>
              <a:t>kanan</a:t>
            </a:r>
            <a:r>
              <a:rPr lang="en-US" sz="2400" b="0" i="0" u="none" strike="noStrike" baseline="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400" b="0" i="0" u="none" strike="noStrike" baseline="0" dirty="0" err="1">
                <a:latin typeface="Arial" panose="020B0604020202020204" pitchFamily="34" charset="0"/>
                <a:cs typeface="Arial" panose="020B0604020202020204" pitchFamily="34" charset="0"/>
              </a:rPr>
              <a:t>dari</a:t>
            </a:r>
            <a:r>
              <a:rPr lang="en-US" sz="2400" b="0" i="0" u="none" strike="noStrike" baseline="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400" b="0" i="0" u="none" strike="noStrike" baseline="0" dirty="0" err="1">
                <a:latin typeface="Arial" panose="020B0604020202020204" pitchFamily="34" charset="0"/>
                <a:cs typeface="Arial" panose="020B0604020202020204" pitchFamily="34" charset="0"/>
              </a:rPr>
              <a:t>posisi</a:t>
            </a:r>
            <a:r>
              <a:rPr lang="en-US" sz="2400" b="0" i="0" u="none" strike="noStrike" baseline="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400" b="0" i="0" u="none" strike="noStrike" baseline="0" dirty="0" err="1">
                <a:latin typeface="Arial" panose="020B0604020202020204" pitchFamily="34" charset="0"/>
                <a:cs typeface="Arial" panose="020B0604020202020204" pitchFamily="34" charset="0"/>
              </a:rPr>
              <a:t>tersebut</a:t>
            </a:r>
            <a:r>
              <a:rPr lang="en-US" sz="2400" b="0" i="0" u="none" strike="noStrike" baseline="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400" b="0" i="0" u="none" strike="noStrike" baseline="0" dirty="0" err="1">
                <a:latin typeface="Arial" panose="020B0604020202020204" pitchFamily="34" charset="0"/>
                <a:cs typeface="Arial" panose="020B0604020202020204" pitchFamily="34" charset="0"/>
              </a:rPr>
              <a:t>sama</a:t>
            </a:r>
            <a:r>
              <a:rPr lang="en-US" sz="2400" b="0" i="0" u="none" strike="noStrike" baseline="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400" b="0" i="0" u="none" strike="noStrike" baseline="0" dirty="0" err="1">
                <a:latin typeface="Arial" panose="020B0604020202020204" pitchFamily="34" charset="0"/>
                <a:cs typeface="Arial" panose="020B0604020202020204" pitchFamily="34" charset="0"/>
              </a:rPr>
              <a:t>dengan</a:t>
            </a:r>
            <a:r>
              <a:rPr lang="en-US" sz="2400" b="0" i="0" u="none" strike="noStrike" baseline="0" dirty="0">
                <a:latin typeface="Arial" panose="020B0604020202020204" pitchFamily="34" charset="0"/>
                <a:cs typeface="Arial" panose="020B0604020202020204" pitchFamily="34" charset="0"/>
              </a:rPr>
              <a:t> nol. </a:t>
            </a:r>
            <a:r>
              <a:rPr lang="en-US" sz="2400" b="0" i="0" u="none" strike="noStrike" baseline="0" dirty="0" err="1">
                <a:latin typeface="Arial" panose="020B0604020202020204" pitchFamily="34" charset="0"/>
                <a:cs typeface="Arial" panose="020B0604020202020204" pitchFamily="34" charset="0"/>
              </a:rPr>
              <a:t>Sedangkan</a:t>
            </a:r>
            <a:r>
              <a:rPr lang="en-US" sz="2400" b="0" i="0" u="none" strike="noStrike" baseline="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400" b="0" i="0" u="none" strike="noStrike" baseline="0" dirty="0" err="1">
                <a:latin typeface="Arial" panose="020B0604020202020204" pitchFamily="34" charset="0"/>
                <a:cs typeface="Arial" panose="020B0604020202020204" pitchFamily="34" charset="0"/>
              </a:rPr>
              <a:t>angka</a:t>
            </a:r>
            <a:r>
              <a:rPr lang="en-US" sz="2400" b="0" i="0" u="none" strike="noStrike" baseline="0" dirty="0">
                <a:latin typeface="Arial" panose="020B0604020202020204" pitchFamily="34" charset="0"/>
                <a:cs typeface="Arial" panose="020B0604020202020204" pitchFamily="34" charset="0"/>
              </a:rPr>
              <a:t> pada </a:t>
            </a:r>
            <a:r>
              <a:rPr lang="en-US" sz="2400" b="0" i="0" u="none" strike="noStrike" baseline="0" dirty="0" err="1">
                <a:latin typeface="Arial" panose="020B0604020202020204" pitchFamily="34" charset="0"/>
                <a:cs typeface="Arial" panose="020B0604020202020204" pitchFamily="34" charset="0"/>
              </a:rPr>
              <a:t>posisi</a:t>
            </a:r>
            <a:r>
              <a:rPr lang="en-US" sz="2400" b="0" i="0" u="none" strike="noStrike" baseline="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400" b="0" i="0" u="none" strike="noStrike" baseline="0" dirty="0" err="1">
                <a:latin typeface="Arial" panose="020B0604020202020204" pitchFamily="34" charset="0"/>
                <a:cs typeface="Arial" panose="020B0604020202020204" pitchFamily="34" charset="0"/>
              </a:rPr>
              <a:t>ke</a:t>
            </a:r>
            <a:r>
              <a:rPr lang="en-US" sz="2400" b="0" i="0" u="none" strike="noStrike" baseline="0" dirty="0">
                <a:latin typeface="Arial" panose="020B0604020202020204" pitchFamily="34" charset="0"/>
                <a:cs typeface="Arial" panose="020B0604020202020204" pitchFamily="34" charset="0"/>
              </a:rPr>
              <a:t> –n </a:t>
            </a:r>
            <a:r>
              <a:rPr lang="en-US" sz="2400" b="0" i="0" u="none" strike="noStrike" baseline="0" dirty="0" err="1">
                <a:latin typeface="Arial" panose="020B0604020202020204" pitchFamily="34" charset="0"/>
                <a:cs typeface="Arial" panose="020B0604020202020204" pitchFamily="34" charset="0"/>
              </a:rPr>
              <a:t>tersebut</a:t>
            </a:r>
            <a:r>
              <a:rPr lang="en-US" sz="2400" b="0" i="0" u="none" strike="noStrike" baseline="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400" b="0" i="0" u="none" strike="noStrike" baseline="0" dirty="0" err="1">
                <a:latin typeface="Arial" panose="020B0604020202020204" pitchFamily="34" charset="0"/>
                <a:cs typeface="Arial" panose="020B0604020202020204" pitchFamily="34" charset="0"/>
              </a:rPr>
              <a:t>tidak</a:t>
            </a:r>
            <a:r>
              <a:rPr lang="en-US" sz="2400" b="0" i="0" u="none" strike="noStrike" baseline="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400" b="0" i="0" u="none" strike="noStrike" baseline="0" dirty="0" err="1">
                <a:latin typeface="Arial" panose="020B0604020202020204" pitchFamily="34" charset="0"/>
                <a:cs typeface="Arial" panose="020B0604020202020204" pitchFamily="34" charset="0"/>
              </a:rPr>
              <a:t>berubah</a:t>
            </a:r>
            <a:r>
              <a:rPr lang="en-US" sz="2400" b="0" i="0" u="none" strike="noStrike" baseline="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400" b="0" i="0" u="none" strike="noStrike" baseline="0" dirty="0" err="1">
                <a:latin typeface="Arial" panose="020B0604020202020204" pitchFamily="34" charset="0"/>
                <a:cs typeface="Arial" panose="020B0604020202020204" pitchFamily="34" charset="0"/>
              </a:rPr>
              <a:t>atau</a:t>
            </a:r>
            <a:r>
              <a:rPr lang="en-US" sz="2400" b="0" i="0" u="none" strike="noStrike" baseline="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400" b="0" i="0" u="none" strike="noStrike" baseline="0" dirty="0" err="1">
                <a:latin typeface="Arial" panose="020B0604020202020204" pitchFamily="34" charset="0"/>
                <a:cs typeface="Arial" panose="020B0604020202020204" pitchFamily="34" charset="0"/>
              </a:rPr>
              <a:t>tidak</a:t>
            </a:r>
            <a:r>
              <a:rPr lang="en-US" sz="2400" b="0" i="0" u="none" strike="noStrike" baseline="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400" b="0" i="0" u="none" strike="noStrike" baseline="0" dirty="0" err="1">
                <a:latin typeface="Arial" panose="020B0604020202020204" pitchFamily="34" charset="0"/>
                <a:cs typeface="Arial" panose="020B0604020202020204" pitchFamily="34" charset="0"/>
              </a:rPr>
              <a:t>dinaikkan</a:t>
            </a:r>
            <a:r>
              <a:rPr lang="en-US" sz="2400" b="0" i="0" u="none" strike="noStrike" baseline="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400" b="0" i="0" u="none" strike="noStrike" baseline="0" dirty="0" err="1">
                <a:latin typeface="Arial" panose="020B0604020202020204" pitchFamily="34" charset="0"/>
                <a:cs typeface="Arial" panose="020B0604020202020204" pitchFamily="34" charset="0"/>
              </a:rPr>
              <a:t>satu</a:t>
            </a:r>
            <a:r>
              <a:rPr lang="en-US" sz="2400" b="0" i="0" u="none" strike="noStrike" baseline="0" dirty="0">
                <a:latin typeface="Arial" panose="020B0604020202020204" pitchFamily="34" charset="0"/>
                <a:cs typeface="Arial" panose="020B0604020202020204" pitchFamily="34" charset="0"/>
              </a:rPr>
              <a:t> digit. 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EEE50DE2-2FCF-4B06-B027-79C4A58A6839}"/>
              </a:ext>
            </a:extLst>
          </p:cNvPr>
          <p:cNvSpPr txBox="1"/>
          <p:nvPr/>
        </p:nvSpPr>
        <p:spPr>
          <a:xfrm>
            <a:off x="4945225" y="4891734"/>
            <a:ext cx="5952931" cy="1169551"/>
          </a:xfrm>
          <a:prstGeom prst="rect">
            <a:avLst/>
          </a:prstGeom>
          <a:solidFill>
            <a:schemeClr val="accent4"/>
          </a:solidFill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lang="en-US" sz="2000" b="1" i="0" u="none" strike="noStrike" baseline="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Contoh</a:t>
            </a:r>
            <a:r>
              <a:rPr lang="en-US" sz="2000" b="1" i="0" u="none" strike="noStrike" baseline="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: </a:t>
            </a:r>
          </a:p>
          <a:p>
            <a:pPr>
              <a:spcAft>
                <a:spcPts val="600"/>
              </a:spcAft>
            </a:pPr>
            <a:r>
              <a:rPr lang="en-US" sz="2000" b="1" i="0" u="none" strike="noStrike" baseline="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86743242 </a:t>
            </a:r>
            <a:r>
              <a:rPr lang="en-US" sz="2000" b="1" i="0" u="none" strike="noStrike" baseline="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dapat</a:t>
            </a:r>
            <a:r>
              <a:rPr lang="en-US" sz="2000" b="1" i="0" u="none" strike="noStrike" baseline="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000" b="1" i="0" u="none" strike="noStrike" baseline="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dibulatkan</a:t>
            </a:r>
            <a:r>
              <a:rPr lang="en-US" sz="2000" b="1" i="0" u="none" strike="noStrike" baseline="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000" b="1" i="0" u="none" strike="noStrike" baseline="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menjadi</a:t>
            </a:r>
            <a:r>
              <a:rPr lang="en-US" sz="2000" b="1" i="0" u="none" strike="noStrike" baseline="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86743000 </a:t>
            </a:r>
          </a:p>
          <a:p>
            <a:pPr>
              <a:spcAft>
                <a:spcPts val="600"/>
              </a:spcAft>
            </a:pPr>
            <a:r>
              <a:rPr lang="en-US" sz="2000" b="1" i="0" u="none" strike="noStrike" baseline="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3,1415926 </a:t>
            </a:r>
            <a:r>
              <a:rPr lang="en-US" sz="2000" b="1" i="0" u="none" strike="noStrike" baseline="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dapat</a:t>
            </a:r>
            <a:r>
              <a:rPr lang="en-US" sz="2000" b="1" i="0" u="none" strike="noStrike" baseline="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000" b="1" i="0" u="none" strike="noStrike" baseline="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dibulatkan</a:t>
            </a:r>
            <a:r>
              <a:rPr lang="en-US" sz="2000" b="1" i="0" u="none" strike="noStrike" baseline="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000" b="1" i="0" u="none" strike="noStrike" baseline="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menjadi</a:t>
            </a:r>
            <a:r>
              <a:rPr lang="en-US" sz="2000" b="1" i="0" u="none" strike="noStrike" baseline="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3,14 </a:t>
            </a:r>
            <a:endParaRPr lang="en-US" sz="20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8892236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 txBox="1">
            <a:spLocks/>
          </p:cNvSpPr>
          <p:nvPr/>
        </p:nvSpPr>
        <p:spPr>
          <a:xfrm>
            <a:off x="1445251" y="903128"/>
            <a:ext cx="10018713" cy="1877396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lnSpc>
                <a:spcPct val="150000"/>
              </a:lnSpc>
              <a:buFont typeface="Arial" panose="020B0604020202020204" pitchFamily="34" charset="0"/>
              <a:buNone/>
            </a:pPr>
            <a:r>
              <a:rPr lang="en-US" sz="2400" b="1" dirty="0" err="1">
                <a:latin typeface="Cambria" panose="02040503050406030204" pitchFamily="18" charset="0"/>
              </a:rPr>
              <a:t>Kesalahan</a:t>
            </a:r>
            <a:r>
              <a:rPr lang="en-US" sz="2400" b="1" dirty="0">
                <a:latin typeface="Cambria" panose="02040503050406030204" pitchFamily="18" charset="0"/>
              </a:rPr>
              <a:t> </a:t>
            </a:r>
            <a:r>
              <a:rPr lang="en-US" sz="2400" b="1" dirty="0" err="1">
                <a:latin typeface="Cambria" panose="02040503050406030204" pitchFamily="18" charset="0"/>
              </a:rPr>
              <a:t>pemotongan</a:t>
            </a:r>
            <a:r>
              <a:rPr lang="en-US" sz="2400" b="1" dirty="0">
                <a:latin typeface="Cambria" panose="02040503050406030204" pitchFamily="18" charset="0"/>
              </a:rPr>
              <a:t> </a:t>
            </a:r>
            <a:r>
              <a:rPr lang="en-US" sz="2400" dirty="0" err="1">
                <a:latin typeface="Cambria" panose="02040503050406030204" pitchFamily="18" charset="0"/>
              </a:rPr>
              <a:t>terjadi</a:t>
            </a:r>
            <a:r>
              <a:rPr lang="en-US" sz="2400" dirty="0">
                <a:latin typeface="Cambria" panose="02040503050406030204" pitchFamily="18" charset="0"/>
              </a:rPr>
              <a:t> </a:t>
            </a:r>
            <a:r>
              <a:rPr lang="en-US" sz="2400" dirty="0" err="1">
                <a:latin typeface="Cambria" panose="02040503050406030204" pitchFamily="18" charset="0"/>
              </a:rPr>
              <a:t>karena</a:t>
            </a:r>
            <a:r>
              <a:rPr lang="en-US" sz="2400" dirty="0">
                <a:latin typeface="Cambria" panose="02040503050406030204" pitchFamily="18" charset="0"/>
              </a:rPr>
              <a:t> </a:t>
            </a:r>
            <a:r>
              <a:rPr lang="en-US" sz="2400" dirty="0" err="1">
                <a:latin typeface="Cambria" panose="02040503050406030204" pitchFamily="18" charset="0"/>
              </a:rPr>
              <a:t>tidak</a:t>
            </a:r>
            <a:r>
              <a:rPr lang="en-US" sz="2400" dirty="0">
                <a:latin typeface="Cambria" panose="02040503050406030204" pitchFamily="18" charset="0"/>
              </a:rPr>
              <a:t> </a:t>
            </a:r>
            <a:r>
              <a:rPr lang="en-US" sz="2400" dirty="0" err="1">
                <a:latin typeface="Cambria" panose="02040503050406030204" pitchFamily="18" charset="0"/>
              </a:rPr>
              <a:t>dilakukan</a:t>
            </a:r>
            <a:r>
              <a:rPr lang="en-US" sz="2400" dirty="0">
                <a:latin typeface="Cambria" panose="02040503050406030204" pitchFamily="18" charset="0"/>
              </a:rPr>
              <a:t> </a:t>
            </a:r>
            <a:r>
              <a:rPr lang="en-US" sz="2400" dirty="0" err="1">
                <a:latin typeface="Cambria" panose="02040503050406030204" pitchFamily="18" charset="0"/>
              </a:rPr>
              <a:t>hitungan</a:t>
            </a:r>
            <a:r>
              <a:rPr lang="en-US" sz="2400" dirty="0">
                <a:latin typeface="Cambria" panose="02040503050406030204" pitchFamily="18" charset="0"/>
              </a:rPr>
              <a:t> </a:t>
            </a:r>
            <a:r>
              <a:rPr lang="en-US" sz="2400" dirty="0" err="1">
                <a:latin typeface="Cambria" panose="02040503050406030204" pitchFamily="18" charset="0"/>
              </a:rPr>
              <a:t>sesuai</a:t>
            </a:r>
            <a:r>
              <a:rPr lang="en-US" sz="2400" dirty="0">
                <a:latin typeface="Cambria" panose="02040503050406030204" pitchFamily="18" charset="0"/>
              </a:rPr>
              <a:t> </a:t>
            </a:r>
            <a:r>
              <a:rPr lang="en-US" sz="2400" dirty="0" err="1">
                <a:latin typeface="Cambria" panose="02040503050406030204" pitchFamily="18" charset="0"/>
              </a:rPr>
              <a:t>dengan</a:t>
            </a:r>
            <a:r>
              <a:rPr lang="en-US" sz="2400" dirty="0">
                <a:latin typeface="Cambria" panose="02040503050406030204" pitchFamily="18" charset="0"/>
              </a:rPr>
              <a:t> </a:t>
            </a:r>
            <a:r>
              <a:rPr lang="en-US" sz="2400" dirty="0" err="1">
                <a:latin typeface="Cambria" panose="02040503050406030204" pitchFamily="18" charset="0"/>
              </a:rPr>
              <a:t>prosedur</a:t>
            </a:r>
            <a:r>
              <a:rPr lang="en-US" sz="2400" dirty="0">
                <a:latin typeface="Cambria" panose="02040503050406030204" pitchFamily="18" charset="0"/>
              </a:rPr>
              <a:t> </a:t>
            </a:r>
            <a:r>
              <a:rPr lang="en-US" sz="2400" dirty="0" err="1">
                <a:latin typeface="Cambria" panose="02040503050406030204" pitchFamily="18" charset="0"/>
              </a:rPr>
              <a:t>matematik</a:t>
            </a:r>
            <a:r>
              <a:rPr lang="en-US" sz="2400" dirty="0">
                <a:latin typeface="Cambria" panose="02040503050406030204" pitchFamily="18" charset="0"/>
              </a:rPr>
              <a:t> yang </a:t>
            </a:r>
            <a:r>
              <a:rPr lang="en-US" sz="2400" dirty="0" err="1">
                <a:latin typeface="Cambria" panose="02040503050406030204" pitchFamily="18" charset="0"/>
              </a:rPr>
              <a:t>benar</a:t>
            </a:r>
            <a:r>
              <a:rPr lang="en-US" sz="2400" dirty="0">
                <a:latin typeface="Cambria" panose="02040503050406030204" pitchFamily="18" charset="0"/>
              </a:rPr>
              <a:t> . </a:t>
            </a:r>
            <a:r>
              <a:rPr lang="en-US" sz="2400" dirty="0" err="1">
                <a:latin typeface="Cambria" panose="02040503050406030204" pitchFamily="18" charset="0"/>
              </a:rPr>
              <a:t>Sebagai</a:t>
            </a:r>
            <a:r>
              <a:rPr lang="en-US" sz="2400" dirty="0">
                <a:latin typeface="Cambria" panose="02040503050406030204" pitchFamily="18" charset="0"/>
              </a:rPr>
              <a:t> </a:t>
            </a:r>
            <a:r>
              <a:rPr lang="en-US" sz="2400" dirty="0" err="1">
                <a:latin typeface="Cambria" panose="02040503050406030204" pitchFamily="18" charset="0"/>
              </a:rPr>
              <a:t>contoh</a:t>
            </a:r>
            <a:r>
              <a:rPr lang="en-US" sz="2400" dirty="0">
                <a:latin typeface="Cambria" panose="02040503050406030204" pitchFamily="18" charset="0"/>
              </a:rPr>
              <a:t> , </a:t>
            </a:r>
            <a:r>
              <a:rPr lang="en-US" sz="2400" dirty="0" err="1">
                <a:latin typeface="Cambria" panose="02040503050406030204" pitchFamily="18" charset="0"/>
              </a:rPr>
              <a:t>suatu</a:t>
            </a:r>
            <a:r>
              <a:rPr lang="en-US" sz="2400" dirty="0">
                <a:latin typeface="Cambria" panose="02040503050406030204" pitchFamily="18" charset="0"/>
              </a:rPr>
              <a:t> proses yang </a:t>
            </a:r>
            <a:r>
              <a:rPr lang="en-US" sz="2400" dirty="0" err="1">
                <a:latin typeface="Cambria" panose="02040503050406030204" pitchFamily="18" charset="0"/>
              </a:rPr>
              <a:t>tak</a:t>
            </a:r>
            <a:r>
              <a:rPr lang="en-US" sz="2400" dirty="0">
                <a:latin typeface="Cambria" panose="02040503050406030204" pitchFamily="18" charset="0"/>
              </a:rPr>
              <a:t> </a:t>
            </a:r>
            <a:r>
              <a:rPr lang="en-US" sz="2400" dirty="0" err="1">
                <a:latin typeface="Cambria" panose="02040503050406030204" pitchFamily="18" charset="0"/>
              </a:rPr>
              <a:t>berhingga</a:t>
            </a:r>
            <a:r>
              <a:rPr lang="en-US" sz="2400" dirty="0">
                <a:latin typeface="Cambria" panose="02040503050406030204" pitchFamily="18" charset="0"/>
              </a:rPr>
              <a:t> </a:t>
            </a:r>
            <a:r>
              <a:rPr lang="en-US" sz="2400" dirty="0" err="1">
                <a:latin typeface="Cambria" panose="02040503050406030204" pitchFamily="18" charset="0"/>
              </a:rPr>
              <a:t>diganti</a:t>
            </a:r>
            <a:r>
              <a:rPr lang="en-US" sz="2400" dirty="0">
                <a:latin typeface="Cambria" panose="02040503050406030204" pitchFamily="18" charset="0"/>
              </a:rPr>
              <a:t> </a:t>
            </a:r>
            <a:r>
              <a:rPr lang="en-US" sz="2400" dirty="0" err="1">
                <a:latin typeface="Cambria" panose="02040503050406030204" pitchFamily="18" charset="0"/>
              </a:rPr>
              <a:t>dengan</a:t>
            </a:r>
            <a:r>
              <a:rPr lang="en-US" sz="2400" dirty="0">
                <a:latin typeface="Cambria" panose="02040503050406030204" pitchFamily="18" charset="0"/>
              </a:rPr>
              <a:t> proses </a:t>
            </a:r>
            <a:r>
              <a:rPr lang="en-US" sz="2400" dirty="0" err="1">
                <a:latin typeface="Cambria" panose="02040503050406030204" pitchFamily="18" charset="0"/>
              </a:rPr>
              <a:t>hingga</a:t>
            </a:r>
            <a:r>
              <a:rPr lang="en-US" sz="2400" dirty="0">
                <a:latin typeface="Cambria" panose="02040503050406030204" pitchFamily="18" charset="0"/>
              </a:rPr>
              <a:t>.</a:t>
            </a:r>
            <a:endParaRPr lang="en-US" sz="2400" dirty="0">
              <a:latin typeface="Cambria" panose="02040503050406030204" pitchFamily="18" charset="0"/>
              <a:sym typeface="Wingdings" panose="05000000000000000000" pitchFamily="2" charset="2"/>
            </a:endParaRPr>
          </a:p>
        </p:txBody>
      </p:sp>
      <p:sp>
        <p:nvSpPr>
          <p:cNvPr id="9" name="Title 1"/>
          <p:cNvSpPr txBox="1">
            <a:spLocks/>
          </p:cNvSpPr>
          <p:nvPr/>
        </p:nvSpPr>
        <p:spPr>
          <a:xfrm>
            <a:off x="2267339" y="177801"/>
            <a:ext cx="7035281" cy="8890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indent="0" algn="ctr" defTabSz="914400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600" b="1">
                <a:ln w="10160">
                  <a:solidFill>
                    <a:schemeClr val="tx1"/>
                  </a:solidFill>
                  <a:prstDash val="solid"/>
                </a:ln>
                <a:solidFill>
                  <a:schemeClr val="accent4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</a:defRPr>
            </a:lvl1pPr>
            <a:lvl2pPr indent="0" algn="ctr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/>
            </a:lvl2pPr>
            <a:lvl3pPr indent="0" algn="ctr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</a:lvl3pPr>
            <a:lvl4pPr indent="0" algn="ctr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/>
            </a:lvl4pPr>
            <a:lvl5pPr indent="0" algn="ctr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/>
            </a:lvl5pPr>
            <a:lvl6pPr indent="0" algn="ctr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/>
            </a:lvl6pPr>
            <a:lvl7pPr indent="0" algn="ctr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/>
            </a:lvl7pPr>
            <a:lvl8pPr indent="0" algn="ctr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/>
            </a:lvl8pPr>
            <a:lvl9pPr indent="0" algn="ctr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/>
            </a:lvl9pPr>
          </a:lstStyle>
          <a:p>
            <a:r>
              <a:rPr lang="en-US" sz="4400" dirty="0"/>
              <a:t>KESALAHAN PEMOTONGAN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D2DB715A-7ED8-4D99-9BB6-69DE7323440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51112" y="3153748"/>
            <a:ext cx="7343762" cy="26030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2488764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B0792D4F-247E-46FE-85FC-881DEFA41D9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2285543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w Cen MT" panose="020B0602020104020603"/>
              <a:ea typeface="+mn-ea"/>
              <a:cs typeface="+mn-cs"/>
            </a:endParaRPr>
          </a:p>
        </p:txBody>
      </p:sp>
      <p:sp>
        <p:nvSpPr>
          <p:cNvPr id="4" name="Title 1"/>
          <p:cNvSpPr txBox="1">
            <a:spLocks/>
          </p:cNvSpPr>
          <p:nvPr/>
        </p:nvSpPr>
        <p:spPr>
          <a:xfrm>
            <a:off x="93307" y="479990"/>
            <a:ext cx="4307241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indent="0" algn="ctr" defTabSz="914400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600" b="1">
                <a:ln w="10160">
                  <a:solidFill>
                    <a:schemeClr val="tx1"/>
                  </a:solidFill>
                  <a:prstDash val="solid"/>
                </a:ln>
                <a:solidFill>
                  <a:schemeClr val="accent4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</a:defRPr>
            </a:lvl1pPr>
            <a:lvl2pPr indent="0" algn="ctr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/>
            </a:lvl2pPr>
            <a:lvl3pPr indent="0" algn="ctr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</a:lvl3pPr>
            <a:lvl4pPr indent="0" algn="ctr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/>
            </a:lvl4pPr>
            <a:lvl5pPr indent="0" algn="ctr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/>
            </a:lvl5pPr>
            <a:lvl6pPr indent="0" algn="ctr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/>
            </a:lvl6pPr>
            <a:lvl7pPr indent="0" algn="ctr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/>
            </a:lvl7pPr>
            <a:lvl8pPr indent="0" algn="ctr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/>
            </a:lvl8pPr>
            <a:lvl9pPr indent="0" algn="ctr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/>
            </a:lvl9pPr>
          </a:lstStyle>
          <a:p>
            <a:pPr algn="l">
              <a:spcBef>
                <a:spcPct val="0"/>
              </a:spcBef>
              <a:spcAft>
                <a:spcPts val="600"/>
              </a:spcAft>
            </a:pPr>
            <a:r>
              <a:rPr lang="en-US" sz="2800" kern="1200" dirty="0"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KESALAHAN ABSOLUT</a:t>
            </a:r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CE272F12-AF86-441A-BC1B-C014BBBF85B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V="1">
            <a:off x="4639665" y="685571"/>
            <a:ext cx="0" cy="914400"/>
          </a:xfrm>
          <a:prstGeom prst="line">
            <a:avLst/>
          </a:prstGeom>
          <a:ln w="19050">
            <a:solidFill>
              <a:schemeClr val="bg1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Content Placeholder 2"/>
          <p:cNvSpPr txBox="1">
            <a:spLocks/>
          </p:cNvSpPr>
          <p:nvPr/>
        </p:nvSpPr>
        <p:spPr>
          <a:xfrm>
            <a:off x="4878783" y="411881"/>
            <a:ext cx="6512265" cy="146178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sz="1800" b="0" i="0" u="none" strike="noStrike" baseline="0" dirty="0">
              <a:solidFill>
                <a:schemeClr val="bg1"/>
              </a:solidFill>
            </a:endParaRPr>
          </a:p>
          <a:p>
            <a:pPr marL="0" indent="0">
              <a:buNone/>
            </a:pPr>
            <a:r>
              <a:rPr lang="en-US" sz="1800" b="0" i="0" u="none" strike="noStrike" baseline="0" dirty="0" err="1">
                <a:solidFill>
                  <a:schemeClr val="bg1"/>
                </a:solidFill>
              </a:rPr>
              <a:t>Hubungan</a:t>
            </a:r>
            <a:r>
              <a:rPr lang="en-US" sz="1800" b="0" i="0" u="none" strike="noStrike" baseline="0" dirty="0">
                <a:solidFill>
                  <a:schemeClr val="bg1"/>
                </a:solidFill>
              </a:rPr>
              <a:t> </a:t>
            </a:r>
            <a:r>
              <a:rPr lang="en-US" sz="1800" b="0" i="0" u="none" strike="noStrike" baseline="0" dirty="0" err="1">
                <a:solidFill>
                  <a:schemeClr val="bg1"/>
                </a:solidFill>
              </a:rPr>
              <a:t>antara</a:t>
            </a:r>
            <a:r>
              <a:rPr lang="en-US" sz="1800" b="0" i="0" u="none" strike="noStrike" baseline="0" dirty="0">
                <a:solidFill>
                  <a:schemeClr val="bg1"/>
                </a:solidFill>
              </a:rPr>
              <a:t> </a:t>
            </a:r>
            <a:r>
              <a:rPr lang="en-US" sz="1800" b="0" i="0" u="none" strike="noStrike" baseline="0" dirty="0" err="1">
                <a:solidFill>
                  <a:schemeClr val="bg1"/>
                </a:solidFill>
              </a:rPr>
              <a:t>nilai</a:t>
            </a:r>
            <a:r>
              <a:rPr lang="en-US" sz="1800" b="0" i="0" u="none" strike="noStrike" baseline="0" dirty="0">
                <a:solidFill>
                  <a:schemeClr val="bg1"/>
                </a:solidFill>
              </a:rPr>
              <a:t> </a:t>
            </a:r>
            <a:r>
              <a:rPr lang="en-US" sz="1800" b="0" i="0" u="none" strike="noStrike" baseline="0" dirty="0" err="1">
                <a:solidFill>
                  <a:schemeClr val="bg1"/>
                </a:solidFill>
              </a:rPr>
              <a:t>eksak</a:t>
            </a:r>
            <a:r>
              <a:rPr lang="en-US" sz="1800" b="0" i="0" u="none" strike="noStrike" baseline="0" dirty="0">
                <a:solidFill>
                  <a:schemeClr val="bg1"/>
                </a:solidFill>
              </a:rPr>
              <a:t>, </a:t>
            </a:r>
            <a:r>
              <a:rPr lang="en-US" sz="1800" b="0" i="0" u="none" strike="noStrike" baseline="0" dirty="0" err="1">
                <a:solidFill>
                  <a:schemeClr val="bg1"/>
                </a:solidFill>
              </a:rPr>
              <a:t>nilai</a:t>
            </a:r>
            <a:r>
              <a:rPr lang="en-US" sz="1800" b="0" i="0" u="none" strike="noStrike" baseline="0" dirty="0">
                <a:solidFill>
                  <a:schemeClr val="bg1"/>
                </a:solidFill>
              </a:rPr>
              <a:t> </a:t>
            </a:r>
            <a:r>
              <a:rPr lang="en-US" sz="1800" b="0" i="0" u="none" strike="noStrike" baseline="0" dirty="0" err="1">
                <a:solidFill>
                  <a:schemeClr val="bg1"/>
                </a:solidFill>
              </a:rPr>
              <a:t>perkiraan</a:t>
            </a:r>
            <a:r>
              <a:rPr lang="en-US" sz="1800" b="0" i="0" u="none" strike="noStrike" baseline="0" dirty="0">
                <a:solidFill>
                  <a:schemeClr val="bg1"/>
                </a:solidFill>
              </a:rPr>
              <a:t> dan </a:t>
            </a:r>
            <a:r>
              <a:rPr lang="en-US" sz="1800" b="0" i="0" u="none" strike="noStrike" baseline="0" dirty="0" err="1">
                <a:solidFill>
                  <a:schemeClr val="bg1"/>
                </a:solidFill>
              </a:rPr>
              <a:t>kesalahan</a:t>
            </a:r>
            <a:r>
              <a:rPr lang="en-US" sz="1800" b="0" i="0" u="none" strike="noStrike" baseline="0" dirty="0">
                <a:solidFill>
                  <a:schemeClr val="bg1"/>
                </a:solidFill>
              </a:rPr>
              <a:t> </a:t>
            </a:r>
            <a:r>
              <a:rPr lang="en-US" sz="1800" b="0" i="0" u="none" strike="noStrike" baseline="0" dirty="0" err="1">
                <a:solidFill>
                  <a:schemeClr val="bg1"/>
                </a:solidFill>
              </a:rPr>
              <a:t>dapat</a:t>
            </a:r>
            <a:r>
              <a:rPr lang="en-US" sz="1800" b="0" i="0" u="none" strike="noStrike" baseline="0" dirty="0">
                <a:solidFill>
                  <a:schemeClr val="bg1"/>
                </a:solidFill>
              </a:rPr>
              <a:t> </a:t>
            </a:r>
            <a:r>
              <a:rPr lang="en-US" sz="1800" b="0" i="0" u="none" strike="noStrike" baseline="0" dirty="0" err="1">
                <a:solidFill>
                  <a:schemeClr val="bg1"/>
                </a:solidFill>
              </a:rPr>
              <a:t>diberikan</a:t>
            </a:r>
            <a:r>
              <a:rPr lang="en-US" sz="1800" b="0" i="0" u="none" strike="noStrike" baseline="0" dirty="0">
                <a:solidFill>
                  <a:schemeClr val="bg1"/>
                </a:solidFill>
              </a:rPr>
              <a:t> </a:t>
            </a:r>
            <a:r>
              <a:rPr lang="en-US" sz="1800" b="0" i="0" u="none" strike="noStrike" baseline="0" dirty="0" err="1">
                <a:solidFill>
                  <a:schemeClr val="bg1"/>
                </a:solidFill>
              </a:rPr>
              <a:t>dalam</a:t>
            </a:r>
            <a:r>
              <a:rPr lang="en-US" sz="1800" b="0" i="0" u="none" strike="noStrike" baseline="0" dirty="0">
                <a:solidFill>
                  <a:schemeClr val="bg1"/>
                </a:solidFill>
              </a:rPr>
              <a:t> </a:t>
            </a:r>
            <a:r>
              <a:rPr lang="en-US" sz="1800" b="0" i="0" u="none" strike="noStrike" baseline="0" dirty="0" err="1">
                <a:solidFill>
                  <a:schemeClr val="bg1"/>
                </a:solidFill>
              </a:rPr>
              <a:t>bentuk</a:t>
            </a:r>
            <a:r>
              <a:rPr lang="en-US" sz="1800" b="0" i="0" u="none" strike="noStrike" baseline="0" dirty="0">
                <a:solidFill>
                  <a:schemeClr val="bg1"/>
                </a:solidFill>
              </a:rPr>
              <a:t> </a:t>
            </a:r>
            <a:r>
              <a:rPr lang="en-US" sz="1800" b="0" i="0" u="none" strike="noStrike" baseline="0" dirty="0" err="1">
                <a:solidFill>
                  <a:schemeClr val="bg1"/>
                </a:solidFill>
              </a:rPr>
              <a:t>berikut</a:t>
            </a:r>
            <a:r>
              <a:rPr lang="en-US" sz="1800" b="0" i="0" u="none" strike="noStrike" baseline="0" dirty="0">
                <a:solidFill>
                  <a:schemeClr val="bg1"/>
                </a:solidFill>
              </a:rPr>
              <a:t> </a:t>
            </a:r>
            <a:r>
              <a:rPr lang="en-US" sz="1800" b="0" i="0" u="none" strike="noStrike" baseline="0" dirty="0" err="1">
                <a:solidFill>
                  <a:schemeClr val="bg1"/>
                </a:solidFill>
              </a:rPr>
              <a:t>ini</a:t>
            </a:r>
            <a:r>
              <a:rPr lang="en-US" sz="1800" b="0" i="0" u="none" strike="noStrike" baseline="0" dirty="0">
                <a:solidFill>
                  <a:schemeClr val="bg1"/>
                </a:solidFill>
              </a:rPr>
              <a:t>: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BFC90A0-5060-46DB-B0BD-AC1E8A02782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307" y="2285542"/>
            <a:ext cx="5481132" cy="3951822"/>
          </a:xfrm>
          <a:prstGeom prst="rect">
            <a:avLst/>
          </a:prstGeom>
          <a:solidFill>
            <a:srgbClr val="92D050"/>
          </a:solidFill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D1E6D7C3-C1B8-4AE0-8579-274240538D1C}"/>
              </a:ext>
            </a:extLst>
          </p:cNvPr>
          <p:cNvSpPr txBox="1"/>
          <p:nvPr/>
        </p:nvSpPr>
        <p:spPr>
          <a:xfrm>
            <a:off x="5667746" y="2398845"/>
            <a:ext cx="6191462" cy="3111108"/>
          </a:xfrm>
          <a:prstGeom prst="rect">
            <a:avLst/>
          </a:prstGeom>
          <a:solidFill>
            <a:schemeClr val="accent4"/>
          </a:solidFill>
        </p:spPr>
        <p:txBody>
          <a:bodyPr wrap="square">
            <a:spAutoFit/>
          </a:bodyPr>
          <a:lstStyle/>
          <a:p>
            <a:pPr algn="just"/>
            <a:endParaRPr lang="en-US" sz="1050" b="0" i="0" u="none" strike="noStrike" baseline="0" dirty="0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>
              <a:lnSpc>
                <a:spcPct val="150000"/>
              </a:lnSpc>
            </a:pPr>
            <a:r>
              <a:rPr lang="en-US" sz="1800" b="0" i="0" u="none" strike="noStrike" baseline="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Bentuk</a:t>
            </a:r>
            <a:r>
              <a:rPr lang="en-US" sz="1800" b="0" i="0" u="none" strike="noStrike" baseline="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800" b="0" i="0" u="none" strike="noStrike" baseline="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kesalahan</a:t>
            </a:r>
            <a:r>
              <a:rPr lang="en-US" sz="1800" b="0" i="0" u="none" strike="noStrike" baseline="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800" b="0" i="0" u="none" strike="noStrike" baseline="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seperti</a:t>
            </a:r>
            <a:r>
              <a:rPr lang="en-US" sz="1800" b="0" i="0" u="none" strike="noStrike" baseline="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800" b="0" i="0" u="none" strike="noStrike" baseline="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diberikan</a:t>
            </a:r>
            <a:r>
              <a:rPr lang="en-US" sz="1800" b="0" i="0" u="none" strike="noStrike" baseline="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oleh </a:t>
            </a:r>
            <a:r>
              <a:rPr lang="en-US" sz="1800" b="0" i="0" u="none" strike="noStrike" baseline="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persamaan</a:t>
            </a:r>
            <a:r>
              <a:rPr lang="en-US" sz="1800" b="0" i="0" u="none" strike="noStrike" baseline="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(1.1) </a:t>
            </a:r>
            <a:r>
              <a:rPr lang="en-US" sz="1800" b="0" i="0" u="none" strike="noStrike" baseline="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disebut</a:t>
            </a:r>
            <a:r>
              <a:rPr lang="en-US" sz="1800" b="0" i="0" u="none" strike="noStrike" baseline="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800" b="0" i="0" u="none" strike="noStrike" baseline="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dengan</a:t>
            </a:r>
            <a:r>
              <a:rPr lang="en-US" sz="1800" b="0" i="0" u="none" strike="noStrike" baseline="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800" b="1" i="0" u="none" strike="noStrike" baseline="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kesalahan</a:t>
            </a:r>
            <a:r>
              <a:rPr lang="en-US" sz="1800" b="1" i="0" u="none" strike="noStrike" baseline="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800" b="1" i="0" u="none" strike="noStrike" baseline="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absolut</a:t>
            </a:r>
            <a:r>
              <a:rPr lang="en-US" sz="1800" b="0" i="0" u="none" strike="noStrike" baseline="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. </a:t>
            </a:r>
            <a:r>
              <a:rPr lang="en-US" sz="1800" b="0" i="0" u="none" strike="noStrike" baseline="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Kesalahan</a:t>
            </a:r>
            <a:r>
              <a:rPr lang="en-US" sz="1800" b="0" i="0" u="none" strike="noStrike" baseline="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800" b="0" i="0" u="none" strike="noStrike" baseline="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absolut</a:t>
            </a:r>
            <a:r>
              <a:rPr lang="en-US" sz="1800" b="0" i="0" u="none" strike="noStrike" baseline="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800" b="0" i="0" u="none" strike="noStrike" baseline="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tidak</a:t>
            </a:r>
            <a:r>
              <a:rPr lang="en-US" sz="1800" b="0" i="0" u="none" strike="noStrike" baseline="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800" b="0" i="0" u="none" strike="noStrike" baseline="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menunjukkan</a:t>
            </a:r>
            <a:r>
              <a:rPr lang="en-US" sz="1800" b="0" i="0" u="none" strike="noStrike" baseline="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800" b="0" i="0" u="none" strike="noStrike" baseline="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besarnya</a:t>
            </a:r>
            <a:r>
              <a:rPr lang="en-US" sz="1800" b="0" i="0" u="none" strike="noStrike" baseline="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800" b="0" i="0" u="none" strike="noStrike" baseline="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tingkat</a:t>
            </a:r>
            <a:r>
              <a:rPr lang="en-US" sz="1800" b="0" i="0" u="none" strike="noStrike" baseline="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800" b="0" i="0" u="none" strike="noStrike" baseline="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kesalahan</a:t>
            </a:r>
            <a:r>
              <a:rPr lang="en-US" sz="1800" b="0" i="0" u="none" strike="noStrike" baseline="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. </a:t>
            </a:r>
          </a:p>
          <a:p>
            <a:pPr algn="just">
              <a:lnSpc>
                <a:spcPct val="150000"/>
              </a:lnSpc>
            </a:pPr>
            <a:endParaRPr lang="en-US" dirty="0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>
              <a:lnSpc>
                <a:spcPct val="150000"/>
              </a:lnSpc>
            </a:pPr>
            <a:r>
              <a:rPr lang="en-US" sz="1800" b="0" i="0" u="none" strike="noStrike" baseline="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Sebagai</a:t>
            </a:r>
            <a:r>
              <a:rPr lang="en-US" sz="1800" b="0" i="0" u="none" strike="noStrike" baseline="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800" b="0" i="0" u="none" strike="noStrike" baseline="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contoh</a:t>
            </a:r>
            <a:r>
              <a:rPr lang="en-US" sz="1800" b="0" i="0" u="none" strike="noStrike" baseline="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n-US" sz="1800" b="0" i="0" u="none" strike="noStrike" baseline="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kesalahan</a:t>
            </a:r>
            <a:r>
              <a:rPr lang="en-US" sz="1800" b="0" i="0" u="none" strike="noStrike" baseline="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1cm pada </a:t>
            </a:r>
            <a:r>
              <a:rPr lang="en-US" sz="1800" b="0" i="0" u="none" strike="noStrike" baseline="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pengukuran</a:t>
            </a:r>
            <a:r>
              <a:rPr lang="en-US" sz="1800" b="0" i="0" u="none" strike="noStrike" baseline="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800" b="0" i="0" u="none" strike="noStrike" baseline="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pensil</a:t>
            </a:r>
            <a:r>
              <a:rPr lang="en-US" sz="1800" b="0" i="0" u="none" strike="noStrike" baseline="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800" b="0" i="0" u="none" strike="noStrike" baseline="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akan</a:t>
            </a:r>
            <a:r>
              <a:rPr lang="en-US" sz="1800" b="0" i="0" u="none" strike="noStrike" baseline="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sangat </a:t>
            </a:r>
            <a:r>
              <a:rPr lang="en-US" sz="1800" b="0" i="0" u="none" strike="noStrike" baseline="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terasa</a:t>
            </a:r>
            <a:r>
              <a:rPr lang="en-US" sz="1800" b="0" i="0" u="none" strike="noStrike" baseline="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disbanding </a:t>
            </a:r>
            <a:r>
              <a:rPr lang="en-US" sz="1800" b="0" i="0" u="none" strike="noStrike" baseline="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dengan</a:t>
            </a:r>
            <a:r>
              <a:rPr lang="en-US" sz="1800" b="0" i="0" u="none" strike="noStrike" baseline="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800" b="0" i="0" u="none" strike="noStrike" baseline="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kesalahan</a:t>
            </a:r>
            <a:r>
              <a:rPr lang="en-US" sz="1800" b="0" i="0" u="none" strike="noStrike" baseline="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yang </a:t>
            </a:r>
            <a:r>
              <a:rPr lang="en-US" sz="1800" b="0" i="0" u="none" strike="noStrike" baseline="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sama</a:t>
            </a:r>
            <a:r>
              <a:rPr lang="en-US" sz="1800" b="0" i="0" u="none" strike="noStrike" baseline="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pada </a:t>
            </a:r>
            <a:r>
              <a:rPr lang="en-US" sz="1800" b="0" i="0" u="none" strike="noStrike" baseline="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pengukuran</a:t>
            </a:r>
            <a:r>
              <a:rPr lang="en-US" sz="1800" b="0" i="0" u="none" strike="noStrike" baseline="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800" b="0" i="0" u="none" strike="noStrike" baseline="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panjang</a:t>
            </a:r>
            <a:r>
              <a:rPr lang="en-US" sz="1800" b="0" i="0" u="none" strike="noStrike" baseline="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800" b="0" i="0" u="none" strike="noStrike" baseline="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jembatan</a:t>
            </a:r>
            <a:r>
              <a:rPr lang="en-US" sz="1800" b="0" i="0" u="none" strike="noStrike" baseline="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99006514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 txBox="1">
            <a:spLocks/>
          </p:cNvSpPr>
          <p:nvPr/>
        </p:nvSpPr>
        <p:spPr>
          <a:xfrm>
            <a:off x="1514293" y="291707"/>
            <a:ext cx="9894133" cy="1031216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indent="0" algn="ctr" defTabSz="914400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600" b="1">
                <a:ln w="10160">
                  <a:solidFill>
                    <a:schemeClr val="tx1"/>
                  </a:solidFill>
                  <a:prstDash val="solid"/>
                </a:ln>
                <a:solidFill>
                  <a:schemeClr val="accent4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</a:defRPr>
            </a:lvl1pPr>
            <a:lvl2pPr indent="0" algn="ctr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/>
            </a:lvl2pPr>
            <a:lvl3pPr indent="0" algn="ctr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</a:lvl3pPr>
            <a:lvl4pPr indent="0" algn="ctr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/>
            </a:lvl4pPr>
            <a:lvl5pPr indent="0" algn="ctr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/>
            </a:lvl5pPr>
            <a:lvl6pPr indent="0" algn="ctr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/>
            </a:lvl6pPr>
            <a:lvl7pPr indent="0" algn="ctr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/>
            </a:lvl7pPr>
            <a:lvl8pPr indent="0" algn="ctr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/>
            </a:lvl8pPr>
            <a:lvl9pPr indent="0" algn="ctr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/>
            </a:lvl9pPr>
          </a:lstStyle>
          <a:p>
            <a:pPr>
              <a:spcBef>
                <a:spcPct val="0"/>
              </a:spcBef>
              <a:spcAft>
                <a:spcPts val="600"/>
              </a:spcAft>
            </a:pPr>
            <a:r>
              <a:rPr lang="en-US" sz="4400" kern="1200" dirty="0"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KESALAHAN RELATIF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7B894363-91B3-448E-A245-8BAB8B1DE01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14293" y="2911262"/>
            <a:ext cx="5069382" cy="2111125"/>
          </a:xfrm>
          <a:prstGeom prst="rect">
            <a:avLst/>
          </a:prstGeom>
        </p:spPr>
      </p:pic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C607803A-4E99-444E-94F7-8785CDDF584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 flipH="1" flipV="1">
            <a:off x="780154" y="1884045"/>
            <a:ext cx="3275668" cy="2853308"/>
          </a:xfrm>
          <a:custGeom>
            <a:avLst/>
            <a:gdLst>
              <a:gd name="connsiteX0" fmla="*/ 3275668 w 3275668"/>
              <a:gd name="connsiteY0" fmla="*/ 2853308 h 2853308"/>
              <a:gd name="connsiteX1" fmla="*/ 655 w 3275668"/>
              <a:gd name="connsiteY1" fmla="*/ 2853308 h 2853308"/>
              <a:gd name="connsiteX2" fmla="*/ 0 w 3275668"/>
              <a:gd name="connsiteY2" fmla="*/ 2467565 h 2853308"/>
              <a:gd name="connsiteX3" fmla="*/ 2869894 w 3275668"/>
              <a:gd name="connsiteY3" fmla="*/ 2468888 h 2853308"/>
              <a:gd name="connsiteX4" fmla="*/ 2869894 w 3275668"/>
              <a:gd name="connsiteY4" fmla="*/ 0 h 2853308"/>
              <a:gd name="connsiteX5" fmla="*/ 3275668 w 3275668"/>
              <a:gd name="connsiteY5" fmla="*/ 0 h 285330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3275668" h="2853308">
                <a:moveTo>
                  <a:pt x="3275668" y="2853308"/>
                </a:moveTo>
                <a:lnTo>
                  <a:pt x="655" y="2853308"/>
                </a:lnTo>
                <a:cubicBezTo>
                  <a:pt x="-655" y="2720171"/>
                  <a:pt x="1310" y="2600702"/>
                  <a:pt x="0" y="2467565"/>
                </a:cubicBezTo>
                <a:lnTo>
                  <a:pt x="2869894" y="2468888"/>
                </a:lnTo>
                <a:lnTo>
                  <a:pt x="2869894" y="0"/>
                </a:lnTo>
                <a:lnTo>
                  <a:pt x="3275668" y="0"/>
                </a:lnTo>
                <a:close/>
              </a:path>
            </a:pathLst>
          </a:custGeom>
          <a:solidFill>
            <a:srgbClr val="4C4C4C"/>
          </a:solidFill>
          <a:ln w="0">
            <a:noFill/>
            <a:prstDash val="solid"/>
            <a:round/>
            <a:headEnd/>
            <a:tailEnd/>
          </a:ln>
        </p:spPr>
      </p:sp>
      <p:sp>
        <p:nvSpPr>
          <p:cNvPr id="15" name="Freeform: Shape 14">
            <a:extLst>
              <a:ext uri="{FF2B5EF4-FFF2-40B4-BE49-F238E27FC236}">
                <a16:creationId xmlns:a16="http://schemas.microsoft.com/office/drawing/2014/main" id="{2989BE6A-C309-418E-8ADD-1616A98057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>
            <a:off x="4055822" y="3222529"/>
            <a:ext cx="3242952" cy="2828156"/>
          </a:xfrm>
          <a:custGeom>
            <a:avLst/>
            <a:gdLst>
              <a:gd name="connsiteX0" fmla="*/ 2837178 w 3242952"/>
              <a:gd name="connsiteY0" fmla="*/ 0 h 2828156"/>
              <a:gd name="connsiteX1" fmla="*/ 3242952 w 3242952"/>
              <a:gd name="connsiteY1" fmla="*/ 0 h 2828156"/>
              <a:gd name="connsiteX2" fmla="*/ 3242952 w 3242952"/>
              <a:gd name="connsiteY2" fmla="*/ 2828156 h 2828156"/>
              <a:gd name="connsiteX3" fmla="*/ 0 w 3242952"/>
              <a:gd name="connsiteY3" fmla="*/ 2828156 h 2828156"/>
              <a:gd name="connsiteX4" fmla="*/ 0 w 3242952"/>
              <a:gd name="connsiteY4" fmla="*/ 2442859 h 2828156"/>
              <a:gd name="connsiteX5" fmla="*/ 2837178 w 3242952"/>
              <a:gd name="connsiteY5" fmla="*/ 2443295 h 282815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3242952" h="2828156">
                <a:moveTo>
                  <a:pt x="2837178" y="0"/>
                </a:moveTo>
                <a:lnTo>
                  <a:pt x="3242952" y="0"/>
                </a:lnTo>
                <a:lnTo>
                  <a:pt x="3242952" y="2828156"/>
                </a:lnTo>
                <a:lnTo>
                  <a:pt x="0" y="2828156"/>
                </a:lnTo>
                <a:lnTo>
                  <a:pt x="0" y="2442859"/>
                </a:lnTo>
                <a:lnTo>
                  <a:pt x="2837178" y="2443295"/>
                </a:lnTo>
                <a:close/>
              </a:path>
            </a:pathLst>
          </a:custGeom>
          <a:solidFill>
            <a:srgbClr val="4C4C4C"/>
          </a:solidFill>
          <a:ln w="0">
            <a:noFill/>
            <a:prstDash val="solid"/>
            <a:round/>
            <a:headEnd/>
            <a:tailEnd/>
          </a:ln>
        </p:spPr>
        <p:txBody>
          <a:bodyPr wrap="square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21C29F7-B73E-4390-8D8F-8C417E07D721}"/>
              </a:ext>
            </a:extLst>
          </p:cNvPr>
          <p:cNvSpPr txBox="1"/>
          <p:nvPr/>
        </p:nvSpPr>
        <p:spPr>
          <a:xfrm>
            <a:off x="7781373" y="1884045"/>
            <a:ext cx="3872562" cy="3782251"/>
          </a:xfrm>
          <a:prstGeom prst="rect">
            <a:avLst/>
          </a:prstGeom>
          <a:solidFill>
            <a:schemeClr val="accent4"/>
          </a:solidFill>
        </p:spPr>
        <p:txBody>
          <a:bodyPr vert="horz" lIns="91440" tIns="45720" rIns="91440" bIns="45720" rtlCol="0" anchor="ctr">
            <a:normAutofit/>
          </a:bodyPr>
          <a:lstStyle/>
          <a:p>
            <a:pPr>
              <a:lnSpc>
                <a:spcPct val="150000"/>
              </a:lnSpc>
              <a:spcAft>
                <a:spcPts val="600"/>
              </a:spcAft>
            </a:pPr>
            <a:r>
              <a:rPr lang="en-US" sz="2400" b="0" i="0" u="none" strike="noStrike" baseline="0" dirty="0" err="1"/>
              <a:t>Besarnya</a:t>
            </a:r>
            <a:r>
              <a:rPr lang="en-US" sz="2400" b="0" i="0" u="none" strike="noStrike" baseline="0" dirty="0"/>
              <a:t> </a:t>
            </a:r>
            <a:r>
              <a:rPr lang="en-US" sz="2400" b="0" i="0" u="none" strike="noStrike" baseline="0" dirty="0" err="1"/>
              <a:t>tingkat</a:t>
            </a:r>
            <a:r>
              <a:rPr lang="en-US" sz="2400" b="0" i="0" u="none" strike="noStrike" baseline="0" dirty="0"/>
              <a:t> </a:t>
            </a:r>
            <a:r>
              <a:rPr lang="en-US" sz="2400" b="0" i="0" u="none" strike="noStrike" baseline="0" dirty="0" err="1"/>
              <a:t>kesalahan</a:t>
            </a:r>
            <a:r>
              <a:rPr lang="en-US" sz="2400" b="0" i="0" u="none" strike="noStrike" baseline="0" dirty="0"/>
              <a:t> </a:t>
            </a:r>
            <a:r>
              <a:rPr lang="en-US" sz="2400" b="0" i="0" u="none" strike="noStrike" baseline="0" dirty="0" err="1"/>
              <a:t>dapat</a:t>
            </a:r>
            <a:r>
              <a:rPr lang="en-US" sz="2400" b="0" i="0" u="none" strike="noStrike" baseline="0" dirty="0"/>
              <a:t> </a:t>
            </a:r>
            <a:r>
              <a:rPr lang="en-US" sz="2400" b="0" i="0" u="none" strike="noStrike" baseline="0" dirty="0" err="1"/>
              <a:t>dinyatakan</a:t>
            </a:r>
            <a:r>
              <a:rPr lang="en-US" sz="2400" b="0" i="0" u="none" strike="noStrike" baseline="0" dirty="0"/>
              <a:t> </a:t>
            </a:r>
            <a:r>
              <a:rPr lang="en-US" sz="2400" b="0" i="0" u="none" strike="noStrike" baseline="0" dirty="0" err="1"/>
              <a:t>dalam</a:t>
            </a:r>
            <a:r>
              <a:rPr lang="en-US" sz="2400" b="0" i="0" u="none" strike="noStrike" baseline="0" dirty="0"/>
              <a:t> </a:t>
            </a:r>
            <a:r>
              <a:rPr lang="en-US" sz="2400" b="0" i="0" u="none" strike="noStrike" baseline="0" dirty="0" err="1"/>
              <a:t>bentuk</a:t>
            </a:r>
            <a:r>
              <a:rPr lang="en-US" sz="2400" b="0" i="0" u="none" strike="noStrike" baseline="0" dirty="0"/>
              <a:t> </a:t>
            </a:r>
            <a:r>
              <a:rPr lang="en-US" sz="2400" b="0" i="0" u="none" strike="noStrike" baseline="0" dirty="0" err="1"/>
              <a:t>kesalahan</a:t>
            </a:r>
            <a:r>
              <a:rPr lang="en-US" sz="2400" b="0" i="0" u="none" strike="noStrike" baseline="0" dirty="0"/>
              <a:t> </a:t>
            </a:r>
            <a:r>
              <a:rPr lang="en-US" sz="2400" b="0" i="0" u="none" strike="noStrike" baseline="0" dirty="0" err="1"/>
              <a:t>relatif</a:t>
            </a:r>
            <a:r>
              <a:rPr lang="en-US" sz="2400" b="0" i="0" u="none" strike="noStrike" baseline="0" dirty="0"/>
              <a:t>, </a:t>
            </a:r>
            <a:r>
              <a:rPr lang="en-US" sz="2400" b="0" i="0" u="none" strike="noStrike" baseline="0" dirty="0" err="1"/>
              <a:t>yaitu</a:t>
            </a:r>
            <a:r>
              <a:rPr lang="en-US" sz="2400" b="0" i="0" u="none" strike="noStrike" baseline="0" dirty="0"/>
              <a:t> </a:t>
            </a:r>
            <a:r>
              <a:rPr lang="en-US" sz="2400" b="0" i="0" u="none" strike="noStrike" baseline="0" dirty="0" err="1"/>
              <a:t>denganmembandingkan</a:t>
            </a:r>
            <a:r>
              <a:rPr lang="en-US" sz="2400" b="0" i="0" u="none" strike="noStrike" baseline="0" dirty="0"/>
              <a:t> </a:t>
            </a:r>
            <a:r>
              <a:rPr lang="en-US" sz="2400" b="0" i="0" u="none" strike="noStrike" baseline="0" dirty="0" err="1"/>
              <a:t>kesalahan</a:t>
            </a:r>
            <a:r>
              <a:rPr lang="en-US" sz="2400" b="0" i="0" u="none" strike="noStrike" baseline="0" dirty="0"/>
              <a:t> yang </a:t>
            </a:r>
            <a:r>
              <a:rPr lang="en-US" sz="2400" b="0" i="0" u="none" strike="noStrike" baseline="0" dirty="0" err="1"/>
              <a:t>terjadi</a:t>
            </a:r>
            <a:r>
              <a:rPr lang="en-US" sz="2400" b="0" i="0" u="none" strike="noStrike" baseline="0" dirty="0"/>
              <a:t> </a:t>
            </a:r>
            <a:r>
              <a:rPr lang="en-US" sz="2400" b="0" i="0" u="none" strike="noStrike" baseline="0" dirty="0" err="1"/>
              <a:t>dengan</a:t>
            </a:r>
            <a:r>
              <a:rPr lang="en-US" sz="2400" b="0" i="0" u="none" strike="noStrike" baseline="0" dirty="0"/>
              <a:t> </a:t>
            </a:r>
            <a:r>
              <a:rPr lang="en-US" sz="2400" b="0" i="0" u="none" strike="noStrike" baseline="0" dirty="0" err="1"/>
              <a:t>nilai</a:t>
            </a:r>
            <a:r>
              <a:rPr lang="en-US" sz="2400" b="0" i="0" u="none" strike="noStrike" baseline="0" dirty="0"/>
              <a:t> </a:t>
            </a:r>
            <a:r>
              <a:rPr lang="en-US" sz="2400" b="0" i="0" u="none" strike="noStrike" baseline="0" dirty="0" err="1"/>
              <a:t>eksak</a:t>
            </a:r>
            <a:r>
              <a:rPr lang="en-US" sz="2400" b="0" i="0" u="none" strike="noStrike" baseline="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48326513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>
            <a:extLst>
              <a:ext uri="{FF2B5EF4-FFF2-40B4-BE49-F238E27FC236}">
                <a16:creationId xmlns:a16="http://schemas.microsoft.com/office/drawing/2014/main" id="{CEB41C5C-0F34-4DDA-9D7C-5E717F35F60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ltGray">
          <a:xfrm>
            <a:off x="336384" y="303591"/>
            <a:ext cx="4334256" cy="5896743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 w="127000" cap="sq" cmpd="thinThick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itle 1"/>
          <p:cNvSpPr txBox="1">
            <a:spLocks/>
          </p:cNvSpPr>
          <p:nvPr/>
        </p:nvSpPr>
        <p:spPr>
          <a:xfrm>
            <a:off x="566928" y="290739"/>
            <a:ext cx="3822192" cy="134497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indent="0" algn="ctr" defTabSz="914400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600" b="1">
                <a:ln w="10160">
                  <a:solidFill>
                    <a:schemeClr val="tx1"/>
                  </a:solidFill>
                  <a:prstDash val="solid"/>
                </a:ln>
                <a:solidFill>
                  <a:schemeClr val="accent4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</a:defRPr>
            </a:lvl1pPr>
            <a:lvl2pPr indent="0" algn="ctr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/>
            </a:lvl2pPr>
            <a:lvl3pPr indent="0" algn="ctr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</a:lvl3pPr>
            <a:lvl4pPr indent="0" algn="ctr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/>
            </a:lvl4pPr>
            <a:lvl5pPr indent="0" algn="ctr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/>
            </a:lvl5pPr>
            <a:lvl6pPr indent="0" algn="ctr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/>
            </a:lvl6pPr>
            <a:lvl7pPr indent="0" algn="ctr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/>
            </a:lvl7pPr>
            <a:lvl8pPr indent="0" algn="ctr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/>
            </a:lvl8pPr>
            <a:lvl9pPr indent="0" algn="ctr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/>
            </a:lvl9pPr>
          </a:lstStyle>
          <a:p>
            <a:pPr algn="l">
              <a:spcBef>
                <a:spcPct val="0"/>
              </a:spcBef>
              <a:spcAft>
                <a:spcPts val="600"/>
              </a:spcAft>
            </a:pPr>
            <a:r>
              <a:rPr lang="en-US" kern="1200" dirty="0"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CONTOH SOAL</a:t>
            </a:r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57E1E5E6-F385-4E9C-B201-BA5BDE5CAD5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704088" y="2050687"/>
            <a:ext cx="3685032" cy="0"/>
          </a:xfrm>
          <a:prstGeom prst="line">
            <a:avLst/>
          </a:prstGeom>
          <a:ln w="22225">
            <a:solidFill>
              <a:srgbClr val="E7E6E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6F2D7D86-D0DB-4687-BC94-123F2303ED39}"/>
              </a:ext>
            </a:extLst>
          </p:cNvPr>
          <p:cNvSpPr txBox="1"/>
          <p:nvPr/>
        </p:nvSpPr>
        <p:spPr>
          <a:xfrm>
            <a:off x="593610" y="2121763"/>
            <a:ext cx="3822192" cy="377301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sz="2000" dirty="0" err="1">
                <a:solidFill>
                  <a:schemeClr val="bg1"/>
                </a:solidFill>
              </a:rPr>
              <a:t>Pengukuran</a:t>
            </a:r>
            <a:r>
              <a:rPr lang="en-US" sz="2000" dirty="0">
                <a:solidFill>
                  <a:schemeClr val="bg1"/>
                </a:solidFill>
              </a:rPr>
              <a:t> </a:t>
            </a:r>
            <a:r>
              <a:rPr lang="en-US" sz="2000" dirty="0" err="1">
                <a:solidFill>
                  <a:schemeClr val="bg1"/>
                </a:solidFill>
              </a:rPr>
              <a:t>panjang</a:t>
            </a:r>
            <a:r>
              <a:rPr lang="en-US" sz="2000" dirty="0">
                <a:solidFill>
                  <a:schemeClr val="bg1"/>
                </a:solidFill>
              </a:rPr>
              <a:t> </a:t>
            </a:r>
            <a:r>
              <a:rPr lang="en-US" sz="2000" dirty="0" err="1">
                <a:solidFill>
                  <a:schemeClr val="bg1"/>
                </a:solidFill>
              </a:rPr>
              <a:t>jembatan</a:t>
            </a:r>
            <a:r>
              <a:rPr lang="en-US" sz="2000" dirty="0">
                <a:solidFill>
                  <a:schemeClr val="bg1"/>
                </a:solidFill>
              </a:rPr>
              <a:t> dan </a:t>
            </a:r>
            <a:r>
              <a:rPr lang="en-US" sz="2000" dirty="0" err="1">
                <a:solidFill>
                  <a:schemeClr val="bg1"/>
                </a:solidFill>
              </a:rPr>
              <a:t>pensil</a:t>
            </a:r>
            <a:r>
              <a:rPr lang="en-US" sz="2000" dirty="0">
                <a:solidFill>
                  <a:schemeClr val="bg1"/>
                </a:solidFill>
              </a:rPr>
              <a:t> </a:t>
            </a:r>
            <a:r>
              <a:rPr lang="en-US" sz="2000" dirty="0" err="1">
                <a:solidFill>
                  <a:schemeClr val="bg1"/>
                </a:solidFill>
              </a:rPr>
              <a:t>menghasilkan</a:t>
            </a:r>
            <a:r>
              <a:rPr lang="en-US" sz="2000" dirty="0">
                <a:solidFill>
                  <a:schemeClr val="bg1"/>
                </a:solidFill>
              </a:rPr>
              <a:t> 9999 cm dan 9 cm. </a:t>
            </a:r>
            <a:r>
              <a:rPr lang="en-US" sz="2000" dirty="0" err="1">
                <a:solidFill>
                  <a:schemeClr val="bg1"/>
                </a:solidFill>
              </a:rPr>
              <a:t>Apabila</a:t>
            </a:r>
            <a:r>
              <a:rPr lang="en-US" sz="2000" dirty="0">
                <a:solidFill>
                  <a:schemeClr val="bg1"/>
                </a:solidFill>
              </a:rPr>
              <a:t> </a:t>
            </a:r>
            <a:r>
              <a:rPr lang="en-US" sz="2000" dirty="0" err="1">
                <a:solidFill>
                  <a:schemeClr val="bg1"/>
                </a:solidFill>
              </a:rPr>
              <a:t>panjang</a:t>
            </a:r>
            <a:r>
              <a:rPr lang="en-US" sz="2000" dirty="0">
                <a:solidFill>
                  <a:schemeClr val="bg1"/>
                </a:solidFill>
              </a:rPr>
              <a:t> yang </a:t>
            </a:r>
            <a:r>
              <a:rPr lang="en-US" sz="2000" dirty="0" err="1">
                <a:solidFill>
                  <a:schemeClr val="bg1"/>
                </a:solidFill>
              </a:rPr>
              <a:t>benar</a:t>
            </a:r>
            <a:r>
              <a:rPr lang="en-US" sz="2000" dirty="0">
                <a:solidFill>
                  <a:schemeClr val="bg1"/>
                </a:solidFill>
              </a:rPr>
              <a:t> </a:t>
            </a:r>
            <a:r>
              <a:rPr lang="en-US" sz="2000" dirty="0" err="1">
                <a:solidFill>
                  <a:schemeClr val="bg1"/>
                </a:solidFill>
              </a:rPr>
              <a:t>eksak</a:t>
            </a:r>
            <a:r>
              <a:rPr lang="en-US" sz="2000" dirty="0">
                <a:solidFill>
                  <a:schemeClr val="bg1"/>
                </a:solidFill>
              </a:rPr>
              <a:t> ) </a:t>
            </a:r>
            <a:r>
              <a:rPr lang="en-US" sz="2000" dirty="0" err="1">
                <a:solidFill>
                  <a:schemeClr val="bg1"/>
                </a:solidFill>
              </a:rPr>
              <a:t>adalah</a:t>
            </a:r>
            <a:r>
              <a:rPr lang="en-US" sz="2000" dirty="0">
                <a:solidFill>
                  <a:schemeClr val="bg1"/>
                </a:solidFill>
              </a:rPr>
              <a:t> 10.000 cm dan 10 cm, </a:t>
            </a:r>
            <a:r>
              <a:rPr lang="en-US" sz="2000" dirty="0" err="1">
                <a:solidFill>
                  <a:schemeClr val="bg1"/>
                </a:solidFill>
              </a:rPr>
              <a:t>hitung</a:t>
            </a:r>
            <a:r>
              <a:rPr lang="en-US" sz="2000" dirty="0">
                <a:solidFill>
                  <a:schemeClr val="bg1"/>
                </a:solidFill>
              </a:rPr>
              <a:t> </a:t>
            </a:r>
            <a:r>
              <a:rPr lang="en-US" sz="2000" dirty="0" err="1">
                <a:solidFill>
                  <a:schemeClr val="bg1"/>
                </a:solidFill>
              </a:rPr>
              <a:t>kesalahan</a:t>
            </a:r>
            <a:r>
              <a:rPr lang="en-US" sz="2000" dirty="0">
                <a:solidFill>
                  <a:schemeClr val="bg1"/>
                </a:solidFill>
              </a:rPr>
              <a:t> </a:t>
            </a:r>
            <a:r>
              <a:rPr lang="en-US" sz="2000" dirty="0" err="1">
                <a:solidFill>
                  <a:schemeClr val="bg1"/>
                </a:solidFill>
              </a:rPr>
              <a:t>absolut</a:t>
            </a:r>
            <a:r>
              <a:rPr lang="en-US" sz="2000" dirty="0">
                <a:solidFill>
                  <a:schemeClr val="bg1"/>
                </a:solidFill>
              </a:rPr>
              <a:t> dan </a:t>
            </a:r>
            <a:r>
              <a:rPr lang="en-US" sz="2000" dirty="0" err="1">
                <a:solidFill>
                  <a:schemeClr val="bg1"/>
                </a:solidFill>
              </a:rPr>
              <a:t>relatif</a:t>
            </a:r>
            <a:r>
              <a:rPr lang="en-US" sz="2000" dirty="0">
                <a:solidFill>
                  <a:schemeClr val="bg1"/>
                </a:solidFill>
              </a:rPr>
              <a:t>. 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7161873D-04DF-412A-A405-17021607BBF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27866" y="303591"/>
            <a:ext cx="7020128" cy="57485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7393134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56910258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516666303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298398991"/>
      </p:ext>
    </p:extLst>
  </p:cSld>
  <p:clrMapOvr>
    <a:masterClrMapping/>
  </p:clrMapOvr>
</p:sld>
</file>

<file path=ppt/theme/theme1.xml><?xml version="1.0" encoding="utf-8"?>
<a:theme xmlns:a="http://schemas.openxmlformats.org/drawingml/2006/main" name="6_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7_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4_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3_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2_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6.xml><?xml version="1.0" encoding="utf-8"?>
<a:theme xmlns:a="http://schemas.openxmlformats.org/drawingml/2006/main" name="5_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7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8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232</TotalTime>
  <Words>1004</Words>
  <Application>Microsoft Office PowerPoint</Application>
  <PresentationFormat>Widescreen</PresentationFormat>
  <Paragraphs>86</Paragraphs>
  <Slides>22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7</vt:i4>
      </vt:variant>
      <vt:variant>
        <vt:lpstr>Slide Titles</vt:lpstr>
      </vt:variant>
      <vt:variant>
        <vt:i4>22</vt:i4>
      </vt:variant>
    </vt:vector>
  </HeadingPairs>
  <TitlesOfParts>
    <vt:vector size="34" baseType="lpstr">
      <vt:lpstr>Arial</vt:lpstr>
      <vt:lpstr>Calibri</vt:lpstr>
      <vt:lpstr>Calibri Light</vt:lpstr>
      <vt:lpstr>Cambria</vt:lpstr>
      <vt:lpstr>Tw Cen MT</vt:lpstr>
      <vt:lpstr>6_Office Theme</vt:lpstr>
      <vt:lpstr>7_Office Theme</vt:lpstr>
      <vt:lpstr>4_Office Theme</vt:lpstr>
      <vt:lpstr>3_Office Theme</vt:lpstr>
      <vt:lpstr>2_Office Theme</vt:lpstr>
      <vt:lpstr>5_Office Theme</vt:lpstr>
      <vt:lpstr>1_Office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lisda masitoh</dc:creator>
  <cp:lastModifiedBy>wiwit kurniawan</cp:lastModifiedBy>
  <cp:revision>16</cp:revision>
  <dcterms:created xsi:type="dcterms:W3CDTF">2021-08-16T10:58:02Z</dcterms:created>
  <dcterms:modified xsi:type="dcterms:W3CDTF">2021-09-03T03:14:21Z</dcterms:modified>
</cp:coreProperties>
</file>