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  <p:sldMasterId id="2147483663" r:id="rId4"/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y="6858000" cx="12192000"/>
  <p:notesSz cx="6858000" cy="9144000"/>
  <p:embeddedFontLs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" Type="http://schemas.openxmlformats.org/officeDocument/2006/relationships/theme" Target="theme/theme7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18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11" Type="http://schemas.openxmlformats.org/officeDocument/2006/relationships/notesMaster" Target="notesMasters/notesMaster1.xml"/><Relationship Id="rId10" Type="http://schemas.openxmlformats.org/officeDocument/2006/relationships/slideMaster" Target="slideMasters/slideMaster8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7"/>
          <p:cNvCxnSpPr/>
          <p:nvPr/>
        </p:nvCxnSpPr>
        <p:spPr>
          <a:xfrm>
            <a:off x="0" y="683288"/>
            <a:ext cx="618978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8"/>
          <p:cNvCxnSpPr/>
          <p:nvPr/>
        </p:nvCxnSpPr>
        <p:spPr>
          <a:xfrm>
            <a:off x="6002215" y="683288"/>
            <a:ext cx="618978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9"/>
          <p:cNvCxnSpPr/>
          <p:nvPr/>
        </p:nvCxnSpPr>
        <p:spPr>
          <a:xfrm>
            <a:off x="0" y="683288"/>
            <a:ext cx="121920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<Relationship Id="rId4" Type="http://schemas.openxmlformats.org/officeDocument/2006/relationships/theme" Target="../theme/theme8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theme" Target="../theme/theme9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1590" y="6366986"/>
            <a:ext cx="512406" cy="4973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0" y="2057400"/>
            <a:ext cx="4876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256652" y="1449278"/>
            <a:ext cx="10515600" cy="1069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US">
                <a:latin typeface="Arial Black"/>
                <a:ea typeface="Arial Black"/>
                <a:cs typeface="Arial Black"/>
                <a:sym typeface="Arial Black"/>
              </a:rPr>
              <a:t>Interaksi Manusia dan Komputer 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838200" y="2114748"/>
            <a:ext cx="9171871" cy="3997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Pendahuluan</a:t>
            </a:r>
            <a:endParaRPr sz="4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Powered By 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Iwan Giri Waluyo, S.Kom., M.Kom.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23"/>
          <p:cNvGrpSpPr/>
          <p:nvPr/>
        </p:nvGrpSpPr>
        <p:grpSpPr>
          <a:xfrm>
            <a:off x="8350348" y="1889519"/>
            <a:ext cx="3755850" cy="4446844"/>
            <a:chOff x="3889795" y="2616331"/>
            <a:chExt cx="3499903" cy="4143808"/>
          </a:xfrm>
        </p:grpSpPr>
        <p:sp>
          <p:nvSpPr>
            <p:cNvPr id="111" name="Google Shape;111;p23"/>
            <p:cNvSpPr/>
            <p:nvPr/>
          </p:nvSpPr>
          <p:spPr>
            <a:xfrm>
              <a:off x="4705765" y="3775935"/>
              <a:ext cx="2683933" cy="2984204"/>
            </a:xfrm>
            <a:custGeom>
              <a:rect b="b" l="l" r="r" t="t"/>
              <a:pathLst>
                <a:path extrusionOk="0" h="2984204" w="2683933">
                  <a:moveTo>
                    <a:pt x="2065790" y="2983668"/>
                  </a:moveTo>
                  <a:cubicBezTo>
                    <a:pt x="2057220" y="2983668"/>
                    <a:pt x="2048650" y="2984204"/>
                    <a:pt x="2040080" y="2984204"/>
                  </a:cubicBezTo>
                  <a:cubicBezTo>
                    <a:pt x="1491059" y="2984204"/>
                    <a:pt x="942039" y="2984204"/>
                    <a:pt x="393554" y="2984204"/>
                  </a:cubicBezTo>
                  <a:cubicBezTo>
                    <a:pt x="385519" y="2984204"/>
                    <a:pt x="377485" y="2983668"/>
                    <a:pt x="369986" y="2983668"/>
                  </a:cubicBezTo>
                  <a:cubicBezTo>
                    <a:pt x="376949" y="2940283"/>
                    <a:pt x="387662" y="2897432"/>
                    <a:pt x="397839" y="2854582"/>
                  </a:cubicBezTo>
                  <a:cubicBezTo>
                    <a:pt x="431048" y="2708891"/>
                    <a:pt x="470149" y="2564806"/>
                    <a:pt x="512464" y="2421793"/>
                  </a:cubicBezTo>
                  <a:cubicBezTo>
                    <a:pt x="512464" y="2421257"/>
                    <a:pt x="512464" y="2420722"/>
                    <a:pt x="512999" y="2419650"/>
                  </a:cubicBezTo>
                  <a:cubicBezTo>
                    <a:pt x="538174" y="2374658"/>
                    <a:pt x="523176" y="2340377"/>
                    <a:pt x="488360" y="2305561"/>
                  </a:cubicBezTo>
                  <a:cubicBezTo>
                    <a:pt x="451402" y="2269139"/>
                    <a:pt x="420871" y="2226288"/>
                    <a:pt x="386591" y="2187723"/>
                  </a:cubicBezTo>
                  <a:cubicBezTo>
                    <a:pt x="377485" y="2177546"/>
                    <a:pt x="379092" y="2172725"/>
                    <a:pt x="387662" y="2163620"/>
                  </a:cubicBezTo>
                  <a:cubicBezTo>
                    <a:pt x="456758" y="2090238"/>
                    <a:pt x="518356" y="2012036"/>
                    <a:pt x="562813" y="1921515"/>
                  </a:cubicBezTo>
                  <a:cubicBezTo>
                    <a:pt x="574597" y="1897411"/>
                    <a:pt x="585845" y="1873308"/>
                    <a:pt x="592808" y="1843848"/>
                  </a:cubicBezTo>
                  <a:cubicBezTo>
                    <a:pt x="549422" y="1861524"/>
                    <a:pt x="508179" y="1874379"/>
                    <a:pt x="465328" y="1881343"/>
                  </a:cubicBezTo>
                  <a:cubicBezTo>
                    <a:pt x="407480" y="1890448"/>
                    <a:pt x="349097" y="1893662"/>
                    <a:pt x="290177" y="1893126"/>
                  </a:cubicBezTo>
                  <a:cubicBezTo>
                    <a:pt x="215725" y="1892591"/>
                    <a:pt x="141272" y="1887770"/>
                    <a:pt x="66820" y="1879736"/>
                  </a:cubicBezTo>
                  <a:cubicBezTo>
                    <a:pt x="48608" y="1877593"/>
                    <a:pt x="29861" y="1875986"/>
                    <a:pt x="12186" y="1873308"/>
                  </a:cubicBezTo>
                  <a:cubicBezTo>
                    <a:pt x="-6026" y="1870630"/>
                    <a:pt x="-134" y="1856168"/>
                    <a:pt x="6294" y="1844920"/>
                  </a:cubicBezTo>
                  <a:cubicBezTo>
                    <a:pt x="8972" y="1843313"/>
                    <a:pt x="11650" y="1843313"/>
                    <a:pt x="13792" y="1844384"/>
                  </a:cubicBezTo>
                  <a:cubicBezTo>
                    <a:pt x="49144" y="1862060"/>
                    <a:pt x="87174" y="1865809"/>
                    <a:pt x="125203" y="1866880"/>
                  </a:cubicBezTo>
                  <a:cubicBezTo>
                    <a:pt x="153056" y="1867416"/>
                    <a:pt x="181445" y="1866345"/>
                    <a:pt x="195371" y="1834743"/>
                  </a:cubicBezTo>
                  <a:cubicBezTo>
                    <a:pt x="202870" y="1797249"/>
                    <a:pt x="202334" y="1796713"/>
                    <a:pt x="241971" y="1792428"/>
                  </a:cubicBezTo>
                  <a:cubicBezTo>
                    <a:pt x="329278" y="1783322"/>
                    <a:pt x="416586" y="1777431"/>
                    <a:pt x="503894" y="1768860"/>
                  </a:cubicBezTo>
                  <a:cubicBezTo>
                    <a:pt x="594415" y="1760290"/>
                    <a:pt x="684937" y="1751720"/>
                    <a:pt x="775458" y="1743150"/>
                  </a:cubicBezTo>
                  <a:cubicBezTo>
                    <a:pt x="801168" y="1740472"/>
                    <a:pt x="826878" y="1742615"/>
                    <a:pt x="852589" y="1738865"/>
                  </a:cubicBezTo>
                  <a:cubicBezTo>
                    <a:pt x="860623" y="1737794"/>
                    <a:pt x="906152" y="1739401"/>
                    <a:pt x="909365" y="1749042"/>
                  </a:cubicBezTo>
                  <a:cubicBezTo>
                    <a:pt x="910436" y="1756541"/>
                    <a:pt x="907223" y="1763504"/>
                    <a:pt x="903473" y="1769396"/>
                  </a:cubicBezTo>
                  <a:cubicBezTo>
                    <a:pt x="875085" y="1817603"/>
                    <a:pt x="718145" y="2156121"/>
                    <a:pt x="792062" y="2165762"/>
                  </a:cubicBezTo>
                  <a:cubicBezTo>
                    <a:pt x="867051" y="2175403"/>
                    <a:pt x="1076482" y="2213433"/>
                    <a:pt x="1152006" y="2213969"/>
                  </a:cubicBezTo>
                  <a:cubicBezTo>
                    <a:pt x="1183072" y="2213969"/>
                    <a:pt x="1184143" y="2213969"/>
                    <a:pt x="1186821" y="2182367"/>
                  </a:cubicBezTo>
                  <a:cubicBezTo>
                    <a:pt x="1191107" y="2133089"/>
                    <a:pt x="1196463" y="2083810"/>
                    <a:pt x="1201284" y="2035068"/>
                  </a:cubicBezTo>
                  <a:cubicBezTo>
                    <a:pt x="1208247" y="1967043"/>
                    <a:pt x="1213603" y="1898483"/>
                    <a:pt x="1221637" y="1830458"/>
                  </a:cubicBezTo>
                  <a:cubicBezTo>
                    <a:pt x="1225387" y="1799927"/>
                    <a:pt x="1226458" y="1768860"/>
                    <a:pt x="1230743" y="1737794"/>
                  </a:cubicBezTo>
                  <a:cubicBezTo>
                    <a:pt x="1232350" y="1724939"/>
                    <a:pt x="1227529" y="1718511"/>
                    <a:pt x="1213603" y="1717975"/>
                  </a:cubicBezTo>
                  <a:cubicBezTo>
                    <a:pt x="1160576" y="1716904"/>
                    <a:pt x="1108084" y="1721725"/>
                    <a:pt x="1055592" y="1724403"/>
                  </a:cubicBezTo>
                  <a:cubicBezTo>
                    <a:pt x="1042201" y="1724939"/>
                    <a:pt x="1029346" y="1728153"/>
                    <a:pt x="1016491" y="1722796"/>
                  </a:cubicBezTo>
                  <a:cubicBezTo>
                    <a:pt x="1004707" y="1704585"/>
                    <a:pt x="1009528" y="1684766"/>
                    <a:pt x="1011135" y="1665484"/>
                  </a:cubicBezTo>
                  <a:cubicBezTo>
                    <a:pt x="1012742" y="1647808"/>
                    <a:pt x="1006314" y="1638702"/>
                    <a:pt x="991852" y="1631203"/>
                  </a:cubicBezTo>
                  <a:cubicBezTo>
                    <a:pt x="955965" y="1612992"/>
                    <a:pt x="920614" y="1595316"/>
                    <a:pt x="884726" y="1577641"/>
                  </a:cubicBezTo>
                  <a:cubicBezTo>
                    <a:pt x="870264" y="1570677"/>
                    <a:pt x="861694" y="1561036"/>
                    <a:pt x="863301" y="1544431"/>
                  </a:cubicBezTo>
                  <a:cubicBezTo>
                    <a:pt x="872407" y="1476942"/>
                    <a:pt x="884191" y="1410524"/>
                    <a:pt x="895975" y="1343570"/>
                  </a:cubicBezTo>
                  <a:cubicBezTo>
                    <a:pt x="904009" y="1298577"/>
                    <a:pt x="905616" y="1299113"/>
                    <a:pt x="860623" y="1304469"/>
                  </a:cubicBezTo>
                  <a:cubicBezTo>
                    <a:pt x="845090" y="1306612"/>
                    <a:pt x="829021" y="1308219"/>
                    <a:pt x="813488" y="1309826"/>
                  </a:cubicBezTo>
                  <a:cubicBezTo>
                    <a:pt x="805453" y="1310361"/>
                    <a:pt x="797954" y="1312504"/>
                    <a:pt x="791527" y="1317860"/>
                  </a:cubicBezTo>
                  <a:cubicBezTo>
                    <a:pt x="785635" y="1324288"/>
                    <a:pt x="778672" y="1329108"/>
                    <a:pt x="769566" y="1329108"/>
                  </a:cubicBezTo>
                  <a:cubicBezTo>
                    <a:pt x="728322" y="1329644"/>
                    <a:pt x="687615" y="1331787"/>
                    <a:pt x="646371" y="1328037"/>
                  </a:cubicBezTo>
                  <a:cubicBezTo>
                    <a:pt x="639408" y="1324823"/>
                    <a:pt x="632980" y="1321074"/>
                    <a:pt x="634587" y="1311968"/>
                  </a:cubicBezTo>
                  <a:cubicBezTo>
                    <a:pt x="642622" y="1260548"/>
                    <a:pt x="652263" y="1209663"/>
                    <a:pt x="659762" y="1158242"/>
                  </a:cubicBezTo>
                  <a:cubicBezTo>
                    <a:pt x="670474" y="1087004"/>
                    <a:pt x="696720" y="1021657"/>
                    <a:pt x="721895" y="955239"/>
                  </a:cubicBezTo>
                  <a:cubicBezTo>
                    <a:pt x="747605" y="887749"/>
                    <a:pt x="773851" y="820260"/>
                    <a:pt x="797954" y="752235"/>
                  </a:cubicBezTo>
                  <a:cubicBezTo>
                    <a:pt x="809738" y="719026"/>
                    <a:pt x="816701" y="683675"/>
                    <a:pt x="825271" y="649394"/>
                  </a:cubicBezTo>
                  <a:cubicBezTo>
                    <a:pt x="841876" y="583512"/>
                    <a:pt x="859552" y="517094"/>
                    <a:pt x="875085" y="450676"/>
                  </a:cubicBezTo>
                  <a:cubicBezTo>
                    <a:pt x="887404" y="399255"/>
                    <a:pt x="905616" y="350513"/>
                    <a:pt x="929184" y="303377"/>
                  </a:cubicBezTo>
                  <a:cubicBezTo>
                    <a:pt x="968820" y="222497"/>
                    <a:pt x="1035238" y="178576"/>
                    <a:pt x="1118797" y="155544"/>
                  </a:cubicBezTo>
                  <a:cubicBezTo>
                    <a:pt x="1158433" y="144831"/>
                    <a:pt x="1199141" y="136261"/>
                    <a:pt x="1240920" y="138403"/>
                  </a:cubicBezTo>
                  <a:cubicBezTo>
                    <a:pt x="1243063" y="145367"/>
                    <a:pt x="1238778" y="150187"/>
                    <a:pt x="1234492" y="153937"/>
                  </a:cubicBezTo>
                  <a:cubicBezTo>
                    <a:pt x="1186286" y="196251"/>
                    <a:pt x="1175038" y="249814"/>
                    <a:pt x="1186286" y="310341"/>
                  </a:cubicBezTo>
                  <a:cubicBezTo>
                    <a:pt x="1190035" y="329623"/>
                    <a:pt x="1193249" y="349441"/>
                    <a:pt x="1196463" y="368724"/>
                  </a:cubicBezTo>
                  <a:cubicBezTo>
                    <a:pt x="1198605" y="380508"/>
                    <a:pt x="1203426" y="381044"/>
                    <a:pt x="1211996" y="374616"/>
                  </a:cubicBezTo>
                  <a:cubicBezTo>
                    <a:pt x="1223244" y="365510"/>
                    <a:pt x="1235028" y="356940"/>
                    <a:pt x="1246812" y="348370"/>
                  </a:cubicBezTo>
                  <a:cubicBezTo>
                    <a:pt x="1251633" y="345157"/>
                    <a:pt x="1256989" y="340336"/>
                    <a:pt x="1262881" y="345157"/>
                  </a:cubicBezTo>
                  <a:cubicBezTo>
                    <a:pt x="1267702" y="348906"/>
                    <a:pt x="1265559" y="355333"/>
                    <a:pt x="1263952" y="359619"/>
                  </a:cubicBezTo>
                  <a:cubicBezTo>
                    <a:pt x="1252168" y="387471"/>
                    <a:pt x="1260203" y="412646"/>
                    <a:pt x="1275200" y="436749"/>
                  </a:cubicBezTo>
                  <a:cubicBezTo>
                    <a:pt x="1280557" y="445319"/>
                    <a:pt x="1283770" y="454425"/>
                    <a:pt x="1289127" y="462995"/>
                  </a:cubicBezTo>
                  <a:cubicBezTo>
                    <a:pt x="1312694" y="499418"/>
                    <a:pt x="1314837" y="535305"/>
                    <a:pt x="1296090" y="575477"/>
                  </a:cubicBezTo>
                  <a:cubicBezTo>
                    <a:pt x="1274665" y="621006"/>
                    <a:pt x="1275736" y="670819"/>
                    <a:pt x="1281628" y="719562"/>
                  </a:cubicBezTo>
                  <a:cubicBezTo>
                    <a:pt x="1285913" y="752771"/>
                    <a:pt x="1281092" y="785444"/>
                    <a:pt x="1278414" y="818118"/>
                  </a:cubicBezTo>
                  <a:cubicBezTo>
                    <a:pt x="1274129" y="873823"/>
                    <a:pt x="1269844" y="930064"/>
                    <a:pt x="1263952" y="985770"/>
                  </a:cubicBezTo>
                  <a:cubicBezTo>
                    <a:pt x="1256989" y="1053795"/>
                    <a:pt x="1254846" y="1122355"/>
                    <a:pt x="1246276" y="1190380"/>
                  </a:cubicBezTo>
                  <a:cubicBezTo>
                    <a:pt x="1243598" y="1213412"/>
                    <a:pt x="1244670" y="1236444"/>
                    <a:pt x="1240920" y="1259477"/>
                  </a:cubicBezTo>
                  <a:cubicBezTo>
                    <a:pt x="1239849" y="1265368"/>
                    <a:pt x="1240920" y="1271796"/>
                    <a:pt x="1236635" y="1277688"/>
                  </a:cubicBezTo>
                  <a:cubicBezTo>
                    <a:pt x="1272522" y="1182881"/>
                    <a:pt x="1308945" y="1089146"/>
                    <a:pt x="1347510" y="995947"/>
                  </a:cubicBezTo>
                  <a:cubicBezTo>
                    <a:pt x="1361437" y="961666"/>
                    <a:pt x="1382862" y="931135"/>
                    <a:pt x="1401073" y="898998"/>
                  </a:cubicBezTo>
                  <a:cubicBezTo>
                    <a:pt x="1449280" y="816511"/>
                    <a:pt x="1496951" y="732952"/>
                    <a:pt x="1548907" y="653144"/>
                  </a:cubicBezTo>
                  <a:cubicBezTo>
                    <a:pt x="1566583" y="625826"/>
                    <a:pt x="1586401" y="600652"/>
                    <a:pt x="1608362" y="576549"/>
                  </a:cubicBezTo>
                  <a:cubicBezTo>
                    <a:pt x="1662996" y="516558"/>
                    <a:pt x="1722987" y="461924"/>
                    <a:pt x="1780835" y="404611"/>
                  </a:cubicBezTo>
                  <a:cubicBezTo>
                    <a:pt x="1803331" y="382115"/>
                    <a:pt x="1827970" y="362297"/>
                    <a:pt x="1850467" y="339800"/>
                  </a:cubicBezTo>
                  <a:cubicBezTo>
                    <a:pt x="1864393" y="325874"/>
                    <a:pt x="1874034" y="327481"/>
                    <a:pt x="1886354" y="343550"/>
                  </a:cubicBezTo>
                  <a:cubicBezTo>
                    <a:pt x="1911528" y="377294"/>
                    <a:pt x="1925455" y="415324"/>
                    <a:pt x="1929740" y="456567"/>
                  </a:cubicBezTo>
                  <a:cubicBezTo>
                    <a:pt x="1930811" y="468887"/>
                    <a:pt x="1934560" y="481206"/>
                    <a:pt x="1932954" y="493526"/>
                  </a:cubicBezTo>
                  <a:cubicBezTo>
                    <a:pt x="1990266" y="347835"/>
                    <a:pt x="2047578" y="201608"/>
                    <a:pt x="2105427" y="55916"/>
                  </a:cubicBezTo>
                  <a:cubicBezTo>
                    <a:pt x="2112390" y="37705"/>
                    <a:pt x="2115068" y="17351"/>
                    <a:pt x="2127923" y="1282"/>
                  </a:cubicBezTo>
                  <a:cubicBezTo>
                    <a:pt x="2129530" y="-325"/>
                    <a:pt x="2131672" y="-325"/>
                    <a:pt x="2133815" y="747"/>
                  </a:cubicBezTo>
                  <a:cubicBezTo>
                    <a:pt x="2165953" y="54845"/>
                    <a:pt x="2194341" y="111086"/>
                    <a:pt x="2221122" y="168399"/>
                  </a:cubicBezTo>
                  <a:cubicBezTo>
                    <a:pt x="2236120" y="200001"/>
                    <a:pt x="2256474" y="212320"/>
                    <a:pt x="2289683" y="218748"/>
                  </a:cubicBezTo>
                  <a:cubicBezTo>
                    <a:pt x="2383418" y="236959"/>
                    <a:pt x="2476618" y="258384"/>
                    <a:pt x="2562319" y="302842"/>
                  </a:cubicBezTo>
                  <a:cubicBezTo>
                    <a:pt x="2642127" y="344085"/>
                    <a:pt x="2679086" y="411039"/>
                    <a:pt x="2683371" y="498882"/>
                  </a:cubicBezTo>
                  <a:cubicBezTo>
                    <a:pt x="2687120" y="582976"/>
                    <a:pt x="2671587" y="664392"/>
                    <a:pt x="2653376" y="745272"/>
                  </a:cubicBezTo>
                  <a:cubicBezTo>
                    <a:pt x="2638914" y="809012"/>
                    <a:pt x="2626058" y="872752"/>
                    <a:pt x="2609454" y="935956"/>
                  </a:cubicBezTo>
                  <a:cubicBezTo>
                    <a:pt x="2581601" y="1043618"/>
                    <a:pt x="2548392" y="1149137"/>
                    <a:pt x="2504471" y="1251978"/>
                  </a:cubicBezTo>
                  <a:cubicBezTo>
                    <a:pt x="2450908" y="1376779"/>
                    <a:pt x="2375920" y="1488726"/>
                    <a:pt x="2298253" y="1599066"/>
                  </a:cubicBezTo>
                  <a:cubicBezTo>
                    <a:pt x="2234513" y="1689587"/>
                    <a:pt x="2167559" y="1777431"/>
                    <a:pt x="2098463" y="1863667"/>
                  </a:cubicBezTo>
                  <a:cubicBezTo>
                    <a:pt x="2091500" y="1872237"/>
                    <a:pt x="2088286" y="1881343"/>
                    <a:pt x="2088822" y="1892591"/>
                  </a:cubicBezTo>
                  <a:cubicBezTo>
                    <a:pt x="2096321" y="2001859"/>
                    <a:pt x="2103819" y="2111128"/>
                    <a:pt x="2110783" y="2220396"/>
                  </a:cubicBezTo>
                  <a:cubicBezTo>
                    <a:pt x="2117210" y="2318417"/>
                    <a:pt x="2122566" y="2416437"/>
                    <a:pt x="2128459" y="2514457"/>
                  </a:cubicBezTo>
                  <a:cubicBezTo>
                    <a:pt x="2131672" y="2562664"/>
                    <a:pt x="2134886" y="2610335"/>
                    <a:pt x="2138635" y="2658542"/>
                  </a:cubicBezTo>
                  <a:cubicBezTo>
                    <a:pt x="2140778" y="2684787"/>
                    <a:pt x="2139707" y="2686930"/>
                    <a:pt x="2112390" y="2683180"/>
                  </a:cubicBezTo>
                  <a:cubicBezTo>
                    <a:pt x="2103819" y="2682109"/>
                    <a:pt x="2095785" y="2679431"/>
                    <a:pt x="2087215" y="2678360"/>
                  </a:cubicBezTo>
                  <a:cubicBezTo>
                    <a:pt x="2064183" y="2674610"/>
                    <a:pt x="2063112" y="2675146"/>
                    <a:pt x="2063647" y="2697642"/>
                  </a:cubicBezTo>
                  <a:cubicBezTo>
                    <a:pt x="2068468" y="2792449"/>
                    <a:pt x="2067932" y="2887791"/>
                    <a:pt x="2065790" y="2983668"/>
                  </a:cubicBezTo>
                  <a:close/>
                </a:path>
              </a:pathLst>
            </a:custGeom>
            <a:solidFill>
              <a:srgbClr val="09091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3"/>
            <p:cNvSpPr/>
            <p:nvPr/>
          </p:nvSpPr>
          <p:spPr>
            <a:xfrm>
              <a:off x="3889795" y="3841747"/>
              <a:ext cx="1834425" cy="1750719"/>
            </a:xfrm>
            <a:custGeom>
              <a:rect b="b" l="l" r="r" t="t"/>
              <a:pathLst>
                <a:path extrusionOk="0" h="1750719" w="1834425">
                  <a:moveTo>
                    <a:pt x="609" y="19564"/>
                  </a:moveTo>
                  <a:cubicBezTo>
                    <a:pt x="-1534" y="8316"/>
                    <a:pt x="1680" y="3495"/>
                    <a:pt x="15071" y="282"/>
                  </a:cubicBezTo>
                  <a:cubicBezTo>
                    <a:pt x="54172" y="-9360"/>
                    <a:pt x="666396" y="231674"/>
                    <a:pt x="699605" y="238637"/>
                  </a:cubicBezTo>
                  <a:cubicBezTo>
                    <a:pt x="708175" y="240244"/>
                    <a:pt x="709247" y="245600"/>
                    <a:pt x="710318" y="252563"/>
                  </a:cubicBezTo>
                  <a:cubicBezTo>
                    <a:pt x="713532" y="269168"/>
                    <a:pt x="871007" y="1198485"/>
                    <a:pt x="881184" y="1203306"/>
                  </a:cubicBezTo>
                  <a:cubicBezTo>
                    <a:pt x="890825" y="1208127"/>
                    <a:pt x="1298439" y="1184023"/>
                    <a:pt x="1344504" y="1181345"/>
                  </a:cubicBezTo>
                  <a:cubicBezTo>
                    <a:pt x="1362179" y="1180274"/>
                    <a:pt x="1375570" y="1185095"/>
                    <a:pt x="1388425" y="1197950"/>
                  </a:cubicBezTo>
                  <a:cubicBezTo>
                    <a:pt x="1406637" y="1216697"/>
                    <a:pt x="1781577" y="1546645"/>
                    <a:pt x="1821214" y="1565927"/>
                  </a:cubicBezTo>
                  <a:cubicBezTo>
                    <a:pt x="1831927" y="1571284"/>
                    <a:pt x="1835676" y="1578247"/>
                    <a:pt x="1834069" y="1590566"/>
                  </a:cubicBezTo>
                  <a:cubicBezTo>
                    <a:pt x="1831391" y="1611456"/>
                    <a:pt x="1832462" y="1632345"/>
                    <a:pt x="1831927" y="1653771"/>
                  </a:cubicBezTo>
                  <a:cubicBezTo>
                    <a:pt x="1835140" y="1670911"/>
                    <a:pt x="933676" y="1750720"/>
                    <a:pt x="913857" y="1750720"/>
                  </a:cubicBezTo>
                  <a:cubicBezTo>
                    <a:pt x="894575" y="1750720"/>
                    <a:pt x="877434" y="1746970"/>
                    <a:pt x="861901" y="1735186"/>
                  </a:cubicBezTo>
                  <a:cubicBezTo>
                    <a:pt x="846368" y="1723938"/>
                    <a:pt x="303239" y="1382742"/>
                    <a:pt x="268959" y="1358639"/>
                  </a:cubicBezTo>
                  <a:cubicBezTo>
                    <a:pt x="259318" y="1351676"/>
                    <a:pt x="252890" y="1342570"/>
                    <a:pt x="252355" y="1334535"/>
                  </a:cubicBezTo>
                  <a:cubicBezTo>
                    <a:pt x="248605" y="1301326"/>
                    <a:pt x="3822" y="37776"/>
                    <a:pt x="609" y="19564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3"/>
            <p:cNvSpPr/>
            <p:nvPr/>
          </p:nvSpPr>
          <p:spPr>
            <a:xfrm>
              <a:off x="6139131" y="2859862"/>
              <a:ext cx="911234" cy="1411806"/>
            </a:xfrm>
            <a:custGeom>
              <a:rect b="b" l="l" r="r" t="t"/>
              <a:pathLst>
                <a:path extrusionOk="0" h="1411806" w="911234">
                  <a:moveTo>
                    <a:pt x="702056" y="916284"/>
                  </a:moveTo>
                  <a:lnTo>
                    <a:pt x="700984" y="916284"/>
                  </a:lnTo>
                  <a:cubicBezTo>
                    <a:pt x="700984" y="916284"/>
                    <a:pt x="83939" y="1368892"/>
                    <a:pt x="35732" y="1402636"/>
                  </a:cubicBezTo>
                  <a:cubicBezTo>
                    <a:pt x="14307" y="1417634"/>
                    <a:pt x="7344" y="1414956"/>
                    <a:pt x="3594" y="1389245"/>
                  </a:cubicBezTo>
                  <a:cubicBezTo>
                    <a:pt x="-1226" y="1358179"/>
                    <a:pt x="-4976" y="1326577"/>
                    <a:pt x="18592" y="1299260"/>
                  </a:cubicBezTo>
                  <a:cubicBezTo>
                    <a:pt x="46981" y="1266051"/>
                    <a:pt x="52872" y="1223736"/>
                    <a:pt x="55015" y="1181957"/>
                  </a:cubicBezTo>
                  <a:cubicBezTo>
                    <a:pt x="57157" y="1132679"/>
                    <a:pt x="74298" y="1090900"/>
                    <a:pt x="106435" y="1054477"/>
                  </a:cubicBezTo>
                  <a:cubicBezTo>
                    <a:pt x="141251" y="1014840"/>
                    <a:pt x="181959" y="898609"/>
                    <a:pt x="187851" y="890574"/>
                  </a:cubicBezTo>
                  <a:cubicBezTo>
                    <a:pt x="204456" y="857365"/>
                    <a:pt x="215704" y="821478"/>
                    <a:pt x="223738" y="785591"/>
                  </a:cubicBezTo>
                  <a:cubicBezTo>
                    <a:pt x="226416" y="772736"/>
                    <a:pt x="216239" y="756131"/>
                    <a:pt x="210883" y="741669"/>
                  </a:cubicBezTo>
                  <a:cubicBezTo>
                    <a:pt x="192136" y="688106"/>
                    <a:pt x="188387" y="632401"/>
                    <a:pt x="187851" y="576160"/>
                  </a:cubicBezTo>
                  <a:cubicBezTo>
                    <a:pt x="187851" y="547771"/>
                    <a:pt x="187851" y="547771"/>
                    <a:pt x="160534" y="547771"/>
                  </a:cubicBezTo>
                  <a:cubicBezTo>
                    <a:pt x="130003" y="547771"/>
                    <a:pt x="107507" y="526882"/>
                    <a:pt x="101079" y="493673"/>
                  </a:cubicBezTo>
                  <a:cubicBezTo>
                    <a:pt x="88224" y="431004"/>
                    <a:pt x="87688" y="367800"/>
                    <a:pt x="93580" y="305131"/>
                  </a:cubicBezTo>
                  <a:cubicBezTo>
                    <a:pt x="95723" y="285313"/>
                    <a:pt x="95723" y="260674"/>
                    <a:pt x="120362" y="250497"/>
                  </a:cubicBezTo>
                  <a:cubicBezTo>
                    <a:pt x="124647" y="248890"/>
                    <a:pt x="129467" y="249425"/>
                    <a:pt x="133752" y="248354"/>
                  </a:cubicBezTo>
                  <a:cubicBezTo>
                    <a:pt x="141251" y="251568"/>
                    <a:pt x="144465" y="258531"/>
                    <a:pt x="147143" y="264959"/>
                  </a:cubicBezTo>
                  <a:cubicBezTo>
                    <a:pt x="161605" y="302988"/>
                    <a:pt x="178210" y="339947"/>
                    <a:pt x="191065" y="375298"/>
                  </a:cubicBezTo>
                  <a:cubicBezTo>
                    <a:pt x="189458" y="346374"/>
                    <a:pt x="200170" y="316915"/>
                    <a:pt x="211954" y="289062"/>
                  </a:cubicBezTo>
                  <a:cubicBezTo>
                    <a:pt x="242485" y="216216"/>
                    <a:pt x="282658" y="148727"/>
                    <a:pt x="328722" y="84987"/>
                  </a:cubicBezTo>
                  <a:cubicBezTo>
                    <a:pt x="348540" y="57670"/>
                    <a:pt x="371036" y="33031"/>
                    <a:pt x="395675" y="9999"/>
                  </a:cubicBezTo>
                  <a:cubicBezTo>
                    <a:pt x="410673" y="-3927"/>
                    <a:pt x="414422" y="-3392"/>
                    <a:pt x="427278" y="12141"/>
                  </a:cubicBezTo>
                  <a:cubicBezTo>
                    <a:pt x="458344" y="49100"/>
                    <a:pt x="486197" y="88736"/>
                    <a:pt x="517263" y="125159"/>
                  </a:cubicBezTo>
                  <a:cubicBezTo>
                    <a:pt x="571362" y="188899"/>
                    <a:pt x="626532" y="252104"/>
                    <a:pt x="700984" y="294954"/>
                  </a:cubicBezTo>
                  <a:cubicBezTo>
                    <a:pt x="749727" y="322807"/>
                    <a:pt x="802218" y="343161"/>
                    <a:pt x="855781" y="360301"/>
                  </a:cubicBezTo>
                  <a:cubicBezTo>
                    <a:pt x="872922" y="365657"/>
                    <a:pt x="883634" y="375834"/>
                    <a:pt x="890061" y="392439"/>
                  </a:cubicBezTo>
                  <a:cubicBezTo>
                    <a:pt x="901310" y="419756"/>
                    <a:pt x="914701" y="446537"/>
                    <a:pt x="910416" y="477604"/>
                  </a:cubicBezTo>
                  <a:cubicBezTo>
                    <a:pt x="909344" y="486709"/>
                    <a:pt x="909344" y="496351"/>
                    <a:pt x="902917" y="503850"/>
                  </a:cubicBezTo>
                  <a:cubicBezTo>
                    <a:pt x="894882" y="567589"/>
                    <a:pt x="876135" y="628651"/>
                    <a:pt x="851496" y="688106"/>
                  </a:cubicBezTo>
                  <a:cubicBezTo>
                    <a:pt x="827393" y="745954"/>
                    <a:pt x="798469" y="801660"/>
                    <a:pt x="758297" y="850938"/>
                  </a:cubicBezTo>
                  <a:cubicBezTo>
                    <a:pt x="744370" y="867542"/>
                    <a:pt x="729373" y="882540"/>
                    <a:pt x="713839" y="898073"/>
                  </a:cubicBezTo>
                  <a:cubicBezTo>
                    <a:pt x="709019" y="902358"/>
                    <a:pt x="702591" y="907179"/>
                    <a:pt x="702056" y="916284"/>
                  </a:cubicBezTo>
                  <a:close/>
                </a:path>
              </a:pathLst>
            </a:custGeom>
            <a:solidFill>
              <a:srgbClr val="FDC3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3"/>
            <p:cNvSpPr/>
            <p:nvPr/>
          </p:nvSpPr>
          <p:spPr>
            <a:xfrm>
              <a:off x="5884529" y="3749901"/>
              <a:ext cx="956122" cy="1310685"/>
            </a:xfrm>
            <a:custGeom>
              <a:rect b="b" l="l" r="r" t="t"/>
              <a:pathLst>
                <a:path extrusionOk="0" h="1310685" w="956122">
                  <a:moveTo>
                    <a:pt x="442990" y="0"/>
                  </a:moveTo>
                  <a:cubicBezTo>
                    <a:pt x="440847" y="28388"/>
                    <a:pt x="425849" y="51956"/>
                    <a:pt x="416744" y="77666"/>
                  </a:cubicBezTo>
                  <a:cubicBezTo>
                    <a:pt x="401746" y="118374"/>
                    <a:pt x="378714" y="155333"/>
                    <a:pt x="349790" y="188542"/>
                  </a:cubicBezTo>
                  <a:cubicBezTo>
                    <a:pt x="327294" y="214252"/>
                    <a:pt x="320330" y="244783"/>
                    <a:pt x="316581" y="277456"/>
                  </a:cubicBezTo>
                  <a:cubicBezTo>
                    <a:pt x="313367" y="307452"/>
                    <a:pt x="311225" y="337447"/>
                    <a:pt x="302119" y="366371"/>
                  </a:cubicBezTo>
                  <a:cubicBezTo>
                    <a:pt x="296227" y="385653"/>
                    <a:pt x="285515" y="402258"/>
                    <a:pt x="274266" y="417791"/>
                  </a:cubicBezTo>
                  <a:cubicBezTo>
                    <a:pt x="251234" y="448322"/>
                    <a:pt x="260876" y="480460"/>
                    <a:pt x="267303" y="512598"/>
                  </a:cubicBezTo>
                  <a:cubicBezTo>
                    <a:pt x="269981" y="524917"/>
                    <a:pt x="278016" y="515811"/>
                    <a:pt x="281765" y="513133"/>
                  </a:cubicBezTo>
                  <a:cubicBezTo>
                    <a:pt x="312296" y="491708"/>
                    <a:pt x="342291" y="469212"/>
                    <a:pt x="372286" y="447251"/>
                  </a:cubicBezTo>
                  <a:cubicBezTo>
                    <a:pt x="444596" y="394759"/>
                    <a:pt x="516906" y="342267"/>
                    <a:pt x="588681" y="289776"/>
                  </a:cubicBezTo>
                  <a:cubicBezTo>
                    <a:pt x="653492" y="242105"/>
                    <a:pt x="718839" y="194969"/>
                    <a:pt x="783650" y="146763"/>
                  </a:cubicBezTo>
                  <a:cubicBezTo>
                    <a:pt x="837749" y="106055"/>
                    <a:pt x="894526" y="69632"/>
                    <a:pt x="945946" y="25710"/>
                  </a:cubicBezTo>
                  <a:cubicBezTo>
                    <a:pt x="949159" y="23032"/>
                    <a:pt x="952373" y="17676"/>
                    <a:pt x="956123" y="25710"/>
                  </a:cubicBezTo>
                  <a:cubicBezTo>
                    <a:pt x="940054" y="66954"/>
                    <a:pt x="923449" y="108733"/>
                    <a:pt x="907380" y="149976"/>
                  </a:cubicBezTo>
                  <a:cubicBezTo>
                    <a:pt x="858638" y="273707"/>
                    <a:pt x="810432" y="397437"/>
                    <a:pt x="761689" y="521168"/>
                  </a:cubicBezTo>
                  <a:cubicBezTo>
                    <a:pt x="760082" y="525988"/>
                    <a:pt x="757940" y="530274"/>
                    <a:pt x="753655" y="539379"/>
                  </a:cubicBezTo>
                  <a:cubicBezTo>
                    <a:pt x="750441" y="500278"/>
                    <a:pt x="748834" y="465998"/>
                    <a:pt x="737586" y="433325"/>
                  </a:cubicBezTo>
                  <a:cubicBezTo>
                    <a:pt x="729016" y="409221"/>
                    <a:pt x="717232" y="387796"/>
                    <a:pt x="702234" y="367442"/>
                  </a:cubicBezTo>
                  <a:cubicBezTo>
                    <a:pt x="694736" y="357265"/>
                    <a:pt x="689915" y="357265"/>
                    <a:pt x="680809" y="365835"/>
                  </a:cubicBezTo>
                  <a:cubicBezTo>
                    <a:pt x="604750" y="438145"/>
                    <a:pt x="529762" y="511526"/>
                    <a:pt x="455309" y="585443"/>
                  </a:cubicBezTo>
                  <a:cubicBezTo>
                    <a:pt x="378714" y="662038"/>
                    <a:pt x="331579" y="757380"/>
                    <a:pt x="275873" y="847366"/>
                  </a:cubicBezTo>
                  <a:cubicBezTo>
                    <a:pt x="245342" y="896644"/>
                    <a:pt x="216418" y="947529"/>
                    <a:pt x="188566" y="998414"/>
                  </a:cubicBezTo>
                  <a:cubicBezTo>
                    <a:pt x="157499" y="1055726"/>
                    <a:pt x="138752" y="1118395"/>
                    <a:pt x="113577" y="1178921"/>
                  </a:cubicBezTo>
                  <a:cubicBezTo>
                    <a:pt x="95366" y="1222843"/>
                    <a:pt x="78226" y="1267300"/>
                    <a:pt x="57336" y="1310686"/>
                  </a:cubicBezTo>
                  <a:cubicBezTo>
                    <a:pt x="60014" y="1278013"/>
                    <a:pt x="61621" y="1245339"/>
                    <a:pt x="64835" y="1212666"/>
                  </a:cubicBezTo>
                  <a:cubicBezTo>
                    <a:pt x="75548" y="1088400"/>
                    <a:pt x="86796" y="964134"/>
                    <a:pt x="97508" y="839867"/>
                  </a:cubicBezTo>
                  <a:cubicBezTo>
                    <a:pt x="101258" y="796481"/>
                    <a:pt x="102865" y="753095"/>
                    <a:pt x="98044" y="709709"/>
                  </a:cubicBezTo>
                  <a:cubicBezTo>
                    <a:pt x="93223" y="670073"/>
                    <a:pt x="99651" y="632043"/>
                    <a:pt x="116255" y="596156"/>
                  </a:cubicBezTo>
                  <a:cubicBezTo>
                    <a:pt x="132860" y="560804"/>
                    <a:pt x="132324" y="528131"/>
                    <a:pt x="109828" y="495458"/>
                  </a:cubicBezTo>
                  <a:cubicBezTo>
                    <a:pt x="103400" y="486352"/>
                    <a:pt x="99651" y="475639"/>
                    <a:pt x="93759" y="465998"/>
                  </a:cubicBezTo>
                  <a:cubicBezTo>
                    <a:pt x="75548" y="436003"/>
                    <a:pt x="68584" y="405472"/>
                    <a:pt x="85189" y="370120"/>
                  </a:cubicBezTo>
                  <a:cubicBezTo>
                    <a:pt x="64299" y="385653"/>
                    <a:pt x="42874" y="401187"/>
                    <a:pt x="19842" y="418327"/>
                  </a:cubicBezTo>
                  <a:cubicBezTo>
                    <a:pt x="8058" y="372263"/>
                    <a:pt x="-512" y="327270"/>
                    <a:pt x="24" y="281206"/>
                  </a:cubicBezTo>
                  <a:cubicBezTo>
                    <a:pt x="559" y="231392"/>
                    <a:pt x="30019" y="197112"/>
                    <a:pt x="63764" y="164974"/>
                  </a:cubicBezTo>
                  <a:cubicBezTo>
                    <a:pt x="105007" y="141406"/>
                    <a:pt x="149464" y="125873"/>
                    <a:pt x="192850" y="107126"/>
                  </a:cubicBezTo>
                  <a:cubicBezTo>
                    <a:pt x="275337" y="70168"/>
                    <a:pt x="359431" y="35352"/>
                    <a:pt x="442990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3"/>
            <p:cNvSpPr/>
            <p:nvPr/>
          </p:nvSpPr>
          <p:spPr>
            <a:xfrm>
              <a:off x="6273955" y="2616331"/>
              <a:ext cx="862733" cy="858255"/>
            </a:xfrm>
            <a:custGeom>
              <a:rect b="b" l="l" r="r" t="t"/>
              <a:pathLst>
                <a:path extrusionOk="0" h="858255" w="862733">
                  <a:moveTo>
                    <a:pt x="768628" y="746309"/>
                  </a:moveTo>
                  <a:cubicBezTo>
                    <a:pt x="777199" y="703994"/>
                    <a:pt x="771842" y="676677"/>
                    <a:pt x="752560" y="639183"/>
                  </a:cubicBezTo>
                  <a:cubicBezTo>
                    <a:pt x="747203" y="629006"/>
                    <a:pt x="724171" y="608652"/>
                    <a:pt x="713459" y="604903"/>
                  </a:cubicBezTo>
                  <a:cubicBezTo>
                    <a:pt x="648112" y="584549"/>
                    <a:pt x="596156" y="563659"/>
                    <a:pt x="538308" y="525094"/>
                  </a:cubicBezTo>
                  <a:cubicBezTo>
                    <a:pt x="476175" y="483315"/>
                    <a:pt x="427433" y="427609"/>
                    <a:pt x="380297" y="371368"/>
                  </a:cubicBezTo>
                  <a:cubicBezTo>
                    <a:pt x="349230" y="334410"/>
                    <a:pt x="319771" y="296380"/>
                    <a:pt x="290847" y="258350"/>
                  </a:cubicBezTo>
                  <a:cubicBezTo>
                    <a:pt x="281206" y="245495"/>
                    <a:pt x="275849" y="244960"/>
                    <a:pt x="264601" y="256208"/>
                  </a:cubicBezTo>
                  <a:cubicBezTo>
                    <a:pt x="186935" y="333339"/>
                    <a:pt x="131229" y="425467"/>
                    <a:pt x="86236" y="525094"/>
                  </a:cubicBezTo>
                  <a:cubicBezTo>
                    <a:pt x="71239" y="558839"/>
                    <a:pt x="59455" y="593655"/>
                    <a:pt x="58384" y="632220"/>
                  </a:cubicBezTo>
                  <a:cubicBezTo>
                    <a:pt x="39101" y="585085"/>
                    <a:pt x="19283" y="537949"/>
                    <a:pt x="0" y="491349"/>
                  </a:cubicBezTo>
                  <a:cubicBezTo>
                    <a:pt x="3749" y="489207"/>
                    <a:pt x="6427" y="486529"/>
                    <a:pt x="5892" y="481708"/>
                  </a:cubicBezTo>
                  <a:cubicBezTo>
                    <a:pt x="2678" y="449570"/>
                    <a:pt x="10177" y="418504"/>
                    <a:pt x="15533" y="387973"/>
                  </a:cubicBezTo>
                  <a:cubicBezTo>
                    <a:pt x="24103" y="337624"/>
                    <a:pt x="39637" y="289417"/>
                    <a:pt x="64276" y="243888"/>
                  </a:cubicBezTo>
                  <a:cubicBezTo>
                    <a:pt x="83558" y="207466"/>
                    <a:pt x="107126" y="173721"/>
                    <a:pt x="136050" y="145868"/>
                  </a:cubicBezTo>
                  <a:cubicBezTo>
                    <a:pt x="182114" y="100875"/>
                    <a:pt x="228714" y="53740"/>
                    <a:pt x="298881" y="44634"/>
                  </a:cubicBezTo>
                  <a:cubicBezTo>
                    <a:pt x="320306" y="41956"/>
                    <a:pt x="340661" y="28030"/>
                    <a:pt x="361550" y="19459"/>
                  </a:cubicBezTo>
                  <a:cubicBezTo>
                    <a:pt x="403865" y="1248"/>
                    <a:pt x="445644" y="-5179"/>
                    <a:pt x="492244" y="4462"/>
                  </a:cubicBezTo>
                  <a:cubicBezTo>
                    <a:pt x="561340" y="18388"/>
                    <a:pt x="619723" y="51597"/>
                    <a:pt x="675429" y="91770"/>
                  </a:cubicBezTo>
                  <a:cubicBezTo>
                    <a:pt x="737026" y="136227"/>
                    <a:pt x="785233" y="191932"/>
                    <a:pt x="817371" y="261028"/>
                  </a:cubicBezTo>
                  <a:cubicBezTo>
                    <a:pt x="831297" y="291559"/>
                    <a:pt x="842010" y="323162"/>
                    <a:pt x="848437" y="356371"/>
                  </a:cubicBezTo>
                  <a:cubicBezTo>
                    <a:pt x="858079" y="408862"/>
                    <a:pt x="866113" y="461890"/>
                    <a:pt x="861293" y="514917"/>
                  </a:cubicBezTo>
                  <a:cubicBezTo>
                    <a:pt x="856472" y="566337"/>
                    <a:pt x="857007" y="618829"/>
                    <a:pt x="845759" y="669714"/>
                  </a:cubicBezTo>
                  <a:cubicBezTo>
                    <a:pt x="839332" y="698102"/>
                    <a:pt x="833440" y="728098"/>
                    <a:pt x="822191" y="754879"/>
                  </a:cubicBezTo>
                  <a:cubicBezTo>
                    <a:pt x="808265" y="788088"/>
                    <a:pt x="794874" y="809513"/>
                    <a:pt x="765950" y="842722"/>
                  </a:cubicBezTo>
                  <a:cubicBezTo>
                    <a:pt x="763808" y="845936"/>
                    <a:pt x="747739" y="858256"/>
                    <a:pt x="744525" y="858256"/>
                  </a:cubicBezTo>
                  <a:cubicBezTo>
                    <a:pt x="752560" y="823975"/>
                    <a:pt x="764343" y="778447"/>
                    <a:pt x="768628" y="746309"/>
                  </a:cubicBezTo>
                  <a:close/>
                </a:path>
              </a:pathLst>
            </a:custGeom>
            <a:solidFill>
              <a:srgbClr val="8D4E2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3"/>
            <p:cNvSpPr/>
            <p:nvPr/>
          </p:nvSpPr>
          <p:spPr>
            <a:xfrm>
              <a:off x="4250808" y="5103753"/>
              <a:ext cx="452680" cy="446835"/>
            </a:xfrm>
            <a:custGeom>
              <a:rect b="b" l="l" r="r" t="t"/>
              <a:pathLst>
                <a:path extrusionOk="0" h="446835" w="452680">
                  <a:moveTo>
                    <a:pt x="68098" y="153945"/>
                  </a:moveTo>
                  <a:cubicBezTo>
                    <a:pt x="99701" y="108416"/>
                    <a:pt x="133981" y="64495"/>
                    <a:pt x="148443" y="9860"/>
                  </a:cubicBezTo>
                  <a:cubicBezTo>
                    <a:pt x="151657" y="-2459"/>
                    <a:pt x="158620" y="-2459"/>
                    <a:pt x="167190" y="5575"/>
                  </a:cubicBezTo>
                  <a:cubicBezTo>
                    <a:pt x="167726" y="6111"/>
                    <a:pt x="168261" y="6647"/>
                    <a:pt x="168261" y="7182"/>
                  </a:cubicBezTo>
                  <a:cubicBezTo>
                    <a:pt x="172546" y="33964"/>
                    <a:pt x="199863" y="45212"/>
                    <a:pt x="208969" y="68780"/>
                  </a:cubicBezTo>
                  <a:cubicBezTo>
                    <a:pt x="210040" y="71993"/>
                    <a:pt x="211647" y="75743"/>
                    <a:pt x="214325" y="76814"/>
                  </a:cubicBezTo>
                  <a:cubicBezTo>
                    <a:pt x="238964" y="86456"/>
                    <a:pt x="236822" y="107881"/>
                    <a:pt x="233608" y="127163"/>
                  </a:cubicBezTo>
                  <a:cubicBezTo>
                    <a:pt x="229323" y="151802"/>
                    <a:pt x="228787" y="176977"/>
                    <a:pt x="220217" y="200545"/>
                  </a:cubicBezTo>
                  <a:cubicBezTo>
                    <a:pt x="217003" y="209650"/>
                    <a:pt x="217539" y="217685"/>
                    <a:pt x="230394" y="221434"/>
                  </a:cubicBezTo>
                  <a:cubicBezTo>
                    <a:pt x="251819" y="226790"/>
                    <a:pt x="259854" y="243931"/>
                    <a:pt x="261996" y="264285"/>
                  </a:cubicBezTo>
                  <a:cubicBezTo>
                    <a:pt x="263068" y="272855"/>
                    <a:pt x="265210" y="281425"/>
                    <a:pt x="263603" y="289995"/>
                  </a:cubicBezTo>
                  <a:cubicBezTo>
                    <a:pt x="259318" y="317847"/>
                    <a:pt x="277530" y="329096"/>
                    <a:pt x="297348" y="340880"/>
                  </a:cubicBezTo>
                  <a:cubicBezTo>
                    <a:pt x="345555" y="369804"/>
                    <a:pt x="392690" y="399799"/>
                    <a:pt x="440361" y="429258"/>
                  </a:cubicBezTo>
                  <a:cubicBezTo>
                    <a:pt x="444646" y="431937"/>
                    <a:pt x="450002" y="433544"/>
                    <a:pt x="452680" y="438900"/>
                  </a:cubicBezTo>
                  <a:cubicBezTo>
                    <a:pt x="441432" y="456576"/>
                    <a:pt x="197721" y="439971"/>
                    <a:pt x="182188" y="434615"/>
                  </a:cubicBezTo>
                  <a:cubicBezTo>
                    <a:pt x="166654" y="429258"/>
                    <a:pt x="152192" y="421224"/>
                    <a:pt x="144158" y="405691"/>
                  </a:cubicBezTo>
                  <a:cubicBezTo>
                    <a:pt x="115769" y="350521"/>
                    <a:pt x="71312" y="311420"/>
                    <a:pt x="20963" y="277675"/>
                  </a:cubicBezTo>
                  <a:cubicBezTo>
                    <a:pt x="-2605" y="261606"/>
                    <a:pt x="-7961" y="260535"/>
                    <a:pt x="13464" y="233218"/>
                  </a:cubicBezTo>
                  <a:cubicBezTo>
                    <a:pt x="32211" y="208043"/>
                    <a:pt x="49351" y="180191"/>
                    <a:pt x="68098" y="153945"/>
                  </a:cubicBezTo>
                  <a:close/>
                </a:path>
              </a:pathLst>
            </a:custGeom>
            <a:solidFill>
              <a:srgbClr val="FDC3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3"/>
            <p:cNvSpPr/>
            <p:nvPr/>
          </p:nvSpPr>
          <p:spPr>
            <a:xfrm>
              <a:off x="4661710" y="5542653"/>
              <a:ext cx="244401" cy="105465"/>
            </a:xfrm>
            <a:custGeom>
              <a:rect b="b" l="l" r="r" t="t"/>
              <a:pathLst>
                <a:path extrusionOk="0" h="105465" w="244401">
                  <a:moveTo>
                    <a:pt x="0" y="8034"/>
                  </a:moveTo>
                  <a:cubicBezTo>
                    <a:pt x="13391" y="4285"/>
                    <a:pt x="25175" y="5356"/>
                    <a:pt x="41243" y="0"/>
                  </a:cubicBezTo>
                  <a:cubicBezTo>
                    <a:pt x="55705" y="5892"/>
                    <a:pt x="70703" y="18211"/>
                    <a:pt x="82487" y="28924"/>
                  </a:cubicBezTo>
                  <a:cubicBezTo>
                    <a:pt x="103376" y="47135"/>
                    <a:pt x="115696" y="53027"/>
                    <a:pt x="148905" y="50349"/>
                  </a:cubicBezTo>
                  <a:cubicBezTo>
                    <a:pt x="172473" y="47671"/>
                    <a:pt x="220679" y="44457"/>
                    <a:pt x="244247" y="41779"/>
                  </a:cubicBezTo>
                  <a:cubicBezTo>
                    <a:pt x="243712" y="64811"/>
                    <a:pt x="244783" y="46064"/>
                    <a:pt x="244247" y="60526"/>
                  </a:cubicBezTo>
                  <a:cubicBezTo>
                    <a:pt x="244247" y="64276"/>
                    <a:pt x="243712" y="68561"/>
                    <a:pt x="243712" y="72310"/>
                  </a:cubicBezTo>
                  <a:cubicBezTo>
                    <a:pt x="232999" y="100162"/>
                    <a:pt x="207289" y="103912"/>
                    <a:pt x="183185" y="104983"/>
                  </a:cubicBezTo>
                  <a:cubicBezTo>
                    <a:pt x="137121" y="107126"/>
                    <a:pt x="91057" y="102841"/>
                    <a:pt x="50349" y="77666"/>
                  </a:cubicBezTo>
                  <a:cubicBezTo>
                    <a:pt x="22496" y="61597"/>
                    <a:pt x="9641" y="36958"/>
                    <a:pt x="0" y="803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3"/>
            <p:cNvSpPr/>
            <p:nvPr/>
          </p:nvSpPr>
          <p:spPr>
            <a:xfrm>
              <a:off x="5447103" y="5486257"/>
              <a:ext cx="496742" cy="509240"/>
            </a:xfrm>
            <a:custGeom>
              <a:rect b="b" l="l" r="r" t="t"/>
              <a:pathLst>
                <a:path extrusionOk="0" h="509240" w="496742">
                  <a:moveTo>
                    <a:pt x="166956" y="28008"/>
                  </a:moveTo>
                  <a:cubicBezTo>
                    <a:pt x="172848" y="18902"/>
                    <a:pt x="272475" y="22651"/>
                    <a:pt x="274082" y="9797"/>
                  </a:cubicBezTo>
                  <a:cubicBezTo>
                    <a:pt x="342643" y="6583"/>
                    <a:pt x="411203" y="3904"/>
                    <a:pt x="479764" y="155"/>
                  </a:cubicBezTo>
                  <a:cubicBezTo>
                    <a:pt x="494762" y="-916"/>
                    <a:pt x="497975" y="3369"/>
                    <a:pt x="496368" y="18902"/>
                  </a:cubicBezTo>
                  <a:cubicBezTo>
                    <a:pt x="485120" y="128706"/>
                    <a:pt x="474943" y="237975"/>
                    <a:pt x="464231" y="347779"/>
                  </a:cubicBezTo>
                  <a:cubicBezTo>
                    <a:pt x="459410" y="397057"/>
                    <a:pt x="453518" y="445799"/>
                    <a:pt x="448697" y="495077"/>
                  </a:cubicBezTo>
                  <a:cubicBezTo>
                    <a:pt x="447626" y="504183"/>
                    <a:pt x="446019" y="507932"/>
                    <a:pt x="436378" y="507932"/>
                  </a:cubicBezTo>
                  <a:cubicBezTo>
                    <a:pt x="365139" y="510074"/>
                    <a:pt x="293900" y="510074"/>
                    <a:pt x="222662" y="504183"/>
                  </a:cubicBezTo>
                  <a:cubicBezTo>
                    <a:pt x="183025" y="500433"/>
                    <a:pt x="143924" y="496684"/>
                    <a:pt x="105359" y="485971"/>
                  </a:cubicBezTo>
                  <a:cubicBezTo>
                    <a:pt x="55545" y="472045"/>
                    <a:pt x="41619" y="470974"/>
                    <a:pt x="7874" y="431873"/>
                  </a:cubicBezTo>
                  <a:cubicBezTo>
                    <a:pt x="2518" y="425445"/>
                    <a:pt x="-1232" y="419553"/>
                    <a:pt x="375" y="410448"/>
                  </a:cubicBezTo>
                  <a:cubicBezTo>
                    <a:pt x="8945" y="362241"/>
                    <a:pt x="135890" y="85320"/>
                    <a:pt x="166956" y="2800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3"/>
            <p:cNvSpPr/>
            <p:nvPr/>
          </p:nvSpPr>
          <p:spPr>
            <a:xfrm>
              <a:off x="5446847" y="5069439"/>
              <a:ext cx="167246" cy="266076"/>
            </a:xfrm>
            <a:custGeom>
              <a:rect b="b" l="l" r="r" t="t"/>
              <a:pathLst>
                <a:path extrusionOk="0" h="266076" w="167246">
                  <a:moveTo>
                    <a:pt x="631" y="235394"/>
                  </a:moveTo>
                  <a:cubicBezTo>
                    <a:pt x="-3654" y="203792"/>
                    <a:pt x="15093" y="178082"/>
                    <a:pt x="20449" y="149158"/>
                  </a:cubicBezTo>
                  <a:cubicBezTo>
                    <a:pt x="28484" y="105772"/>
                    <a:pt x="48302" y="64528"/>
                    <a:pt x="47767" y="19000"/>
                  </a:cubicBezTo>
                  <a:cubicBezTo>
                    <a:pt x="61157" y="2931"/>
                    <a:pt x="80975" y="12037"/>
                    <a:pt x="97044" y="7752"/>
                  </a:cubicBezTo>
                  <a:cubicBezTo>
                    <a:pt x="115256" y="2931"/>
                    <a:pt x="135074" y="4538"/>
                    <a:pt x="153285" y="789"/>
                  </a:cubicBezTo>
                  <a:cubicBezTo>
                    <a:pt x="168819" y="-2425"/>
                    <a:pt x="168283" y="4538"/>
                    <a:pt x="166141" y="15250"/>
                  </a:cubicBezTo>
                  <a:cubicBezTo>
                    <a:pt x="152750" y="93988"/>
                    <a:pt x="139895" y="172726"/>
                    <a:pt x="127040" y="251463"/>
                  </a:cubicBezTo>
                  <a:cubicBezTo>
                    <a:pt x="124362" y="263783"/>
                    <a:pt x="120077" y="269139"/>
                    <a:pt x="104543" y="264318"/>
                  </a:cubicBezTo>
                  <a:cubicBezTo>
                    <a:pt x="70799" y="253070"/>
                    <a:pt x="35447" y="245036"/>
                    <a:pt x="631" y="23539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3"/>
            <p:cNvSpPr/>
            <p:nvPr/>
          </p:nvSpPr>
          <p:spPr>
            <a:xfrm>
              <a:off x="4881006" y="5093260"/>
              <a:ext cx="616552" cy="245796"/>
            </a:xfrm>
            <a:custGeom>
              <a:rect b="b" l="l" r="r" t="t"/>
              <a:pathLst>
                <a:path extrusionOk="0" h="245796" w="616552">
                  <a:moveTo>
                    <a:pt x="616287" y="0"/>
                  </a:moveTo>
                  <a:cubicBezTo>
                    <a:pt x="572901" y="0"/>
                    <a:pt x="511303" y="4821"/>
                    <a:pt x="467381" y="5356"/>
                  </a:cubicBezTo>
                  <a:cubicBezTo>
                    <a:pt x="412212" y="7499"/>
                    <a:pt x="356506" y="7499"/>
                    <a:pt x="301336" y="8570"/>
                  </a:cubicBezTo>
                  <a:cubicBezTo>
                    <a:pt x="178677" y="11784"/>
                    <a:pt x="90834" y="78738"/>
                    <a:pt x="8347" y="158546"/>
                  </a:cubicBezTo>
                  <a:cubicBezTo>
                    <a:pt x="848" y="166045"/>
                    <a:pt x="-2366" y="175151"/>
                    <a:pt x="1919" y="185864"/>
                  </a:cubicBezTo>
                  <a:cubicBezTo>
                    <a:pt x="16381" y="222822"/>
                    <a:pt x="53340" y="236748"/>
                    <a:pt x="89227" y="219073"/>
                  </a:cubicBezTo>
                  <a:cubicBezTo>
                    <a:pt x="132613" y="198183"/>
                    <a:pt x="173856" y="172473"/>
                    <a:pt x="222599" y="165510"/>
                  </a:cubicBezTo>
                  <a:cubicBezTo>
                    <a:pt x="246166" y="162296"/>
                    <a:pt x="268663" y="153190"/>
                    <a:pt x="299194" y="156939"/>
                  </a:cubicBezTo>
                  <a:cubicBezTo>
                    <a:pt x="271877" y="174080"/>
                    <a:pt x="247238" y="182650"/>
                    <a:pt x="223134" y="191755"/>
                  </a:cubicBezTo>
                  <a:cubicBezTo>
                    <a:pt x="208137" y="197112"/>
                    <a:pt x="192603" y="200861"/>
                    <a:pt x="178141" y="206217"/>
                  </a:cubicBezTo>
                  <a:cubicBezTo>
                    <a:pt x="169571" y="209431"/>
                    <a:pt x="159930" y="214252"/>
                    <a:pt x="160466" y="224964"/>
                  </a:cubicBezTo>
                  <a:cubicBezTo>
                    <a:pt x="161001" y="237820"/>
                    <a:pt x="171178" y="242105"/>
                    <a:pt x="181891" y="244783"/>
                  </a:cubicBezTo>
                  <a:cubicBezTo>
                    <a:pt x="187783" y="246390"/>
                    <a:pt x="193675" y="245854"/>
                    <a:pt x="199567" y="244783"/>
                  </a:cubicBezTo>
                  <a:cubicBezTo>
                    <a:pt x="227955" y="239962"/>
                    <a:pt x="256343" y="234070"/>
                    <a:pt x="285267" y="230856"/>
                  </a:cubicBezTo>
                  <a:cubicBezTo>
                    <a:pt x="376860" y="221751"/>
                    <a:pt x="561117" y="189613"/>
                    <a:pt x="572365" y="202468"/>
                  </a:cubicBezTo>
                  <a:cubicBezTo>
                    <a:pt x="572365" y="202468"/>
                    <a:pt x="572365" y="202468"/>
                    <a:pt x="572365" y="202468"/>
                  </a:cubicBezTo>
                  <a:cubicBezTo>
                    <a:pt x="583077" y="136586"/>
                    <a:pt x="620036" y="57312"/>
                    <a:pt x="616287" y="0"/>
                  </a:cubicBezTo>
                  <a:close/>
                </a:path>
              </a:pathLst>
            </a:custGeom>
            <a:solidFill>
              <a:srgbClr val="FDC4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838200" y="214184"/>
            <a:ext cx="10515600" cy="4876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Quotes Of The Day :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“Tujuan pendidikan itu untuk mempertajam kecerdasan, memperkukuh kemauan serta memperhalus perasaan”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~ Tan Malaka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838200" y="365125"/>
            <a:ext cx="10515600" cy="66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Pengertian Interaksi Manusia Dan Komputer </a:t>
            </a:r>
            <a:endParaRPr b="1"/>
          </a:p>
        </p:txBody>
      </p:sp>
      <p:sp>
        <p:nvSpPr>
          <p:cNvPr id="131" name="Google Shape;131;p25"/>
          <p:cNvSpPr/>
          <p:nvPr/>
        </p:nvSpPr>
        <p:spPr>
          <a:xfrm>
            <a:off x="4258962" y="2295608"/>
            <a:ext cx="7694141" cy="12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Interaksi Manusia dan Komputer merupakan komunikasi dua arah antara pengguna (user) dengan sistem komputer yang saling mendukung untuk mencapai suatu tujuan tertentu. </a:t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1480749" y="4674578"/>
            <a:ext cx="9722710" cy="12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Interaksi manusia dan komputer merupakan komunikasi dua arah antara pengguna (user) dengan sistem komputer yang saling mendukung untuk mencapai suatu tujuan tertentu. </a:t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912027" y="2295608"/>
            <a:ext cx="2472597" cy="1964530"/>
          </a:xfrm>
          <a:custGeom>
            <a:rect b="b" l="l" r="r" t="t"/>
            <a:pathLst>
              <a:path extrusionOk="0" h="2574247" w="3240000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725740" y="296761"/>
            <a:ext cx="11172568" cy="56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89795"/>
              <a:buFont typeface="Calibri"/>
              <a:buNone/>
            </a:pPr>
            <a:r>
              <a:rPr b="1" lang="en-US">
                <a:solidFill>
                  <a:schemeClr val="accent4"/>
                </a:solidFill>
              </a:rPr>
              <a:t>                                                  </a:t>
            </a:r>
            <a:r>
              <a:rPr b="1" lang="en-US" sz="4900">
                <a:solidFill>
                  <a:schemeClr val="accent4"/>
                </a:solidFill>
              </a:rPr>
              <a:t>Pola Pikir Desainer IMK</a:t>
            </a:r>
            <a:endParaRPr b="1" sz="4900">
              <a:solidFill>
                <a:schemeClr val="accent4"/>
              </a:solidFill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4654453" y="1196752"/>
            <a:ext cx="83342" cy="210460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575720" y="4869160"/>
            <a:ext cx="19883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Sistem Tereksekusi</a:t>
            </a:r>
            <a:endParaRPr b="1" sz="20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 rot="10800000">
            <a:off x="4225026" y="3223738"/>
            <a:ext cx="904573" cy="1501406"/>
          </a:xfrm>
          <a:custGeom>
            <a:rect b="b" l="l" r="r" t="t"/>
            <a:pathLst>
              <a:path extrusionOk="0" h="3249282" w="1957642">
                <a:moveTo>
                  <a:pt x="1047232" y="5654"/>
                </a:moveTo>
                <a:lnTo>
                  <a:pt x="1030640" y="5654"/>
                </a:lnTo>
                <a:lnTo>
                  <a:pt x="1048024" y="0"/>
                </a:lnTo>
                <a:close/>
                <a:moveTo>
                  <a:pt x="1160845" y="2127215"/>
                </a:moveTo>
                <a:lnTo>
                  <a:pt x="1196036" y="2120110"/>
                </a:lnTo>
                <a:lnTo>
                  <a:pt x="1237844" y="2120446"/>
                </a:lnTo>
                <a:cubicBezTo>
                  <a:pt x="1308896" y="2116324"/>
                  <a:pt x="1283850" y="2108399"/>
                  <a:pt x="1296213" y="2029106"/>
                </a:cubicBezTo>
                <a:cubicBezTo>
                  <a:pt x="1327247" y="1916021"/>
                  <a:pt x="1321193" y="1914210"/>
                  <a:pt x="1397562" y="1825853"/>
                </a:cubicBezTo>
                <a:cubicBezTo>
                  <a:pt x="1565052" y="1691460"/>
                  <a:pt x="1777778" y="1397289"/>
                  <a:pt x="1777778" y="1099228"/>
                </a:cubicBezTo>
                <a:cubicBezTo>
                  <a:pt x="1777778" y="658937"/>
                  <a:pt x="1421136" y="301944"/>
                  <a:pt x="980978" y="301427"/>
                </a:cubicBezTo>
                <a:lnTo>
                  <a:pt x="980978" y="301625"/>
                </a:lnTo>
                <a:lnTo>
                  <a:pt x="978823" y="301459"/>
                </a:lnTo>
                <a:lnTo>
                  <a:pt x="976666" y="301625"/>
                </a:lnTo>
                <a:lnTo>
                  <a:pt x="976666" y="301427"/>
                </a:lnTo>
                <a:cubicBezTo>
                  <a:pt x="536507" y="301944"/>
                  <a:pt x="179865" y="658937"/>
                  <a:pt x="179865" y="1099228"/>
                </a:cubicBezTo>
                <a:cubicBezTo>
                  <a:pt x="179865" y="1397289"/>
                  <a:pt x="392591" y="1691460"/>
                  <a:pt x="560081" y="1825853"/>
                </a:cubicBezTo>
                <a:cubicBezTo>
                  <a:pt x="636451" y="1914210"/>
                  <a:pt x="630396" y="1916021"/>
                  <a:pt x="661430" y="2029106"/>
                </a:cubicBezTo>
                <a:cubicBezTo>
                  <a:pt x="673794" y="2108399"/>
                  <a:pt x="648747" y="2116324"/>
                  <a:pt x="719799" y="2120446"/>
                </a:cubicBezTo>
                <a:lnTo>
                  <a:pt x="770760" y="2120037"/>
                </a:lnTo>
                <a:lnTo>
                  <a:pt x="806315" y="2127215"/>
                </a:lnTo>
                <a:close/>
                <a:moveTo>
                  <a:pt x="1319520" y="2263042"/>
                </a:moveTo>
                <a:lnTo>
                  <a:pt x="978823" y="2261822"/>
                </a:lnTo>
                <a:lnTo>
                  <a:pt x="638123" y="2263042"/>
                </a:lnTo>
                <a:cubicBezTo>
                  <a:pt x="577778" y="2263042"/>
                  <a:pt x="547241" y="2240386"/>
                  <a:pt x="513100" y="2169534"/>
                </a:cubicBezTo>
                <a:cubicBezTo>
                  <a:pt x="499969" y="2077754"/>
                  <a:pt x="526938" y="2040759"/>
                  <a:pt x="465828" y="1970355"/>
                </a:cubicBezTo>
                <a:cubicBezTo>
                  <a:pt x="260705" y="1805868"/>
                  <a:pt x="0" y="1445504"/>
                  <a:pt x="0" y="1080372"/>
                </a:cubicBezTo>
                <a:cubicBezTo>
                  <a:pt x="0" y="540796"/>
                  <a:pt x="437413" y="103385"/>
                  <a:pt x="976988" y="103385"/>
                </a:cubicBezTo>
                <a:lnTo>
                  <a:pt x="978823" y="103526"/>
                </a:lnTo>
                <a:lnTo>
                  <a:pt x="980656" y="103385"/>
                </a:lnTo>
                <a:cubicBezTo>
                  <a:pt x="1520231" y="103385"/>
                  <a:pt x="1957642" y="540796"/>
                  <a:pt x="1957642" y="1080372"/>
                </a:cubicBezTo>
                <a:cubicBezTo>
                  <a:pt x="1957642" y="1445504"/>
                  <a:pt x="1696938" y="1805868"/>
                  <a:pt x="1491816" y="1970355"/>
                </a:cubicBezTo>
                <a:cubicBezTo>
                  <a:pt x="1430706" y="2040759"/>
                  <a:pt x="1457674" y="2077754"/>
                  <a:pt x="1444543" y="2169534"/>
                </a:cubicBezTo>
                <a:cubicBezTo>
                  <a:pt x="1410403" y="2240386"/>
                  <a:pt x="1379867" y="2263042"/>
                  <a:pt x="1319520" y="2263042"/>
                </a:cubicBezTo>
                <a:close/>
                <a:moveTo>
                  <a:pt x="1407452" y="2485514"/>
                </a:moveTo>
                <a:lnTo>
                  <a:pt x="558453" y="2485514"/>
                </a:lnTo>
                <a:cubicBezTo>
                  <a:pt x="521377" y="2485514"/>
                  <a:pt x="491321" y="2455458"/>
                  <a:pt x="491321" y="2418383"/>
                </a:cubicBezTo>
                <a:lnTo>
                  <a:pt x="491321" y="2388750"/>
                </a:lnTo>
                <a:cubicBezTo>
                  <a:pt x="491321" y="2351675"/>
                  <a:pt x="521377" y="2321619"/>
                  <a:pt x="558453" y="2321619"/>
                </a:cubicBezTo>
                <a:lnTo>
                  <a:pt x="1407452" y="2321619"/>
                </a:lnTo>
                <a:cubicBezTo>
                  <a:pt x="1444528" y="2321619"/>
                  <a:pt x="1474583" y="2351675"/>
                  <a:pt x="1474583" y="2388750"/>
                </a:cubicBezTo>
                <a:lnTo>
                  <a:pt x="1474583" y="2418383"/>
                </a:lnTo>
                <a:cubicBezTo>
                  <a:pt x="1474583" y="2455458"/>
                  <a:pt x="1444528" y="2485514"/>
                  <a:pt x="1407452" y="2485514"/>
                </a:cubicBezTo>
                <a:close/>
                <a:moveTo>
                  <a:pt x="1374676" y="2707334"/>
                </a:moveTo>
                <a:lnTo>
                  <a:pt x="591228" y="2707334"/>
                </a:lnTo>
                <a:cubicBezTo>
                  <a:pt x="554153" y="2707334"/>
                  <a:pt x="524097" y="2677278"/>
                  <a:pt x="524097" y="2640203"/>
                </a:cubicBezTo>
                <a:lnTo>
                  <a:pt x="524097" y="2610570"/>
                </a:lnTo>
                <a:cubicBezTo>
                  <a:pt x="524097" y="2573495"/>
                  <a:pt x="554153" y="2543440"/>
                  <a:pt x="591228" y="2543440"/>
                </a:cubicBezTo>
                <a:lnTo>
                  <a:pt x="1374676" y="2543440"/>
                </a:lnTo>
                <a:cubicBezTo>
                  <a:pt x="1411752" y="2543440"/>
                  <a:pt x="1441808" y="2573495"/>
                  <a:pt x="1441808" y="2610570"/>
                </a:cubicBezTo>
                <a:lnTo>
                  <a:pt x="1441808" y="2640203"/>
                </a:lnTo>
                <a:cubicBezTo>
                  <a:pt x="1441808" y="2677278"/>
                  <a:pt x="1411752" y="2707334"/>
                  <a:pt x="1374676" y="2707334"/>
                </a:cubicBezTo>
                <a:close/>
                <a:moveTo>
                  <a:pt x="1341902" y="2929154"/>
                </a:moveTo>
                <a:lnTo>
                  <a:pt x="624004" y="2929154"/>
                </a:lnTo>
                <a:cubicBezTo>
                  <a:pt x="586929" y="2929154"/>
                  <a:pt x="556873" y="2899098"/>
                  <a:pt x="556873" y="2862023"/>
                </a:cubicBezTo>
                <a:lnTo>
                  <a:pt x="556873" y="2832390"/>
                </a:lnTo>
                <a:cubicBezTo>
                  <a:pt x="556873" y="2795315"/>
                  <a:pt x="586929" y="2765259"/>
                  <a:pt x="624004" y="2765259"/>
                </a:cubicBezTo>
                <a:lnTo>
                  <a:pt x="1341902" y="2765259"/>
                </a:lnTo>
                <a:cubicBezTo>
                  <a:pt x="1378978" y="2765259"/>
                  <a:pt x="1409033" y="2795315"/>
                  <a:pt x="1409033" y="2832390"/>
                </a:cubicBezTo>
                <a:lnTo>
                  <a:pt x="1409033" y="2862023"/>
                </a:lnTo>
                <a:cubicBezTo>
                  <a:pt x="1409033" y="2899098"/>
                  <a:pt x="1378978" y="2929154"/>
                  <a:pt x="1341902" y="2929154"/>
                </a:cubicBezTo>
                <a:close/>
                <a:moveTo>
                  <a:pt x="982953" y="3249282"/>
                </a:moveTo>
                <a:cubicBezTo>
                  <a:pt x="783838" y="3249282"/>
                  <a:pt x="622424" y="3190586"/>
                  <a:pt x="622424" y="3118181"/>
                </a:cubicBezTo>
                <a:lnTo>
                  <a:pt x="622424" y="2987080"/>
                </a:lnTo>
                <a:lnTo>
                  <a:pt x="1343482" y="2987080"/>
                </a:lnTo>
                <a:lnTo>
                  <a:pt x="1343482" y="3118181"/>
                </a:lnTo>
                <a:cubicBezTo>
                  <a:pt x="1343482" y="3190586"/>
                  <a:pt x="1182068" y="3249282"/>
                  <a:pt x="982953" y="3249282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/>
          <p:nvPr/>
        </p:nvSpPr>
        <p:spPr>
          <a:xfrm flipH="1">
            <a:off x="1807114" y="1207773"/>
            <a:ext cx="106203" cy="21046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984678" y="4869160"/>
            <a:ext cx="1767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Desainer</a:t>
            </a:r>
            <a:endParaRPr b="1" sz="20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 rot="10800000">
            <a:off x="1400548" y="3272182"/>
            <a:ext cx="904573" cy="1501406"/>
          </a:xfrm>
          <a:custGeom>
            <a:rect b="b" l="l" r="r" t="t"/>
            <a:pathLst>
              <a:path extrusionOk="0" h="3249282" w="1957642">
                <a:moveTo>
                  <a:pt x="1047232" y="5654"/>
                </a:moveTo>
                <a:lnTo>
                  <a:pt x="1030640" y="5654"/>
                </a:lnTo>
                <a:lnTo>
                  <a:pt x="1048024" y="0"/>
                </a:lnTo>
                <a:close/>
                <a:moveTo>
                  <a:pt x="1160845" y="2127215"/>
                </a:moveTo>
                <a:lnTo>
                  <a:pt x="1196036" y="2120110"/>
                </a:lnTo>
                <a:lnTo>
                  <a:pt x="1237844" y="2120446"/>
                </a:lnTo>
                <a:cubicBezTo>
                  <a:pt x="1308896" y="2116324"/>
                  <a:pt x="1283850" y="2108399"/>
                  <a:pt x="1296213" y="2029106"/>
                </a:cubicBezTo>
                <a:cubicBezTo>
                  <a:pt x="1327247" y="1916021"/>
                  <a:pt x="1321193" y="1914210"/>
                  <a:pt x="1397562" y="1825853"/>
                </a:cubicBezTo>
                <a:cubicBezTo>
                  <a:pt x="1565052" y="1691460"/>
                  <a:pt x="1777778" y="1397289"/>
                  <a:pt x="1777778" y="1099228"/>
                </a:cubicBezTo>
                <a:cubicBezTo>
                  <a:pt x="1777778" y="658937"/>
                  <a:pt x="1421136" y="301944"/>
                  <a:pt x="980978" y="301427"/>
                </a:cubicBezTo>
                <a:lnTo>
                  <a:pt x="980978" y="301625"/>
                </a:lnTo>
                <a:lnTo>
                  <a:pt x="978823" y="301459"/>
                </a:lnTo>
                <a:lnTo>
                  <a:pt x="976666" y="301625"/>
                </a:lnTo>
                <a:lnTo>
                  <a:pt x="976666" y="301427"/>
                </a:lnTo>
                <a:cubicBezTo>
                  <a:pt x="536507" y="301944"/>
                  <a:pt x="179865" y="658937"/>
                  <a:pt x="179865" y="1099228"/>
                </a:cubicBezTo>
                <a:cubicBezTo>
                  <a:pt x="179865" y="1397289"/>
                  <a:pt x="392591" y="1691460"/>
                  <a:pt x="560081" y="1825853"/>
                </a:cubicBezTo>
                <a:cubicBezTo>
                  <a:pt x="636451" y="1914210"/>
                  <a:pt x="630396" y="1916021"/>
                  <a:pt x="661430" y="2029106"/>
                </a:cubicBezTo>
                <a:cubicBezTo>
                  <a:pt x="673794" y="2108399"/>
                  <a:pt x="648747" y="2116324"/>
                  <a:pt x="719799" y="2120446"/>
                </a:cubicBezTo>
                <a:lnTo>
                  <a:pt x="770760" y="2120037"/>
                </a:lnTo>
                <a:lnTo>
                  <a:pt x="806315" y="2127215"/>
                </a:lnTo>
                <a:close/>
                <a:moveTo>
                  <a:pt x="1319520" y="2263042"/>
                </a:moveTo>
                <a:lnTo>
                  <a:pt x="978823" y="2261822"/>
                </a:lnTo>
                <a:lnTo>
                  <a:pt x="638123" y="2263042"/>
                </a:lnTo>
                <a:cubicBezTo>
                  <a:pt x="577778" y="2263042"/>
                  <a:pt x="547241" y="2240386"/>
                  <a:pt x="513100" y="2169534"/>
                </a:cubicBezTo>
                <a:cubicBezTo>
                  <a:pt x="499969" y="2077754"/>
                  <a:pt x="526938" y="2040759"/>
                  <a:pt x="465828" y="1970355"/>
                </a:cubicBezTo>
                <a:cubicBezTo>
                  <a:pt x="260705" y="1805868"/>
                  <a:pt x="0" y="1445504"/>
                  <a:pt x="0" y="1080372"/>
                </a:cubicBezTo>
                <a:cubicBezTo>
                  <a:pt x="0" y="540796"/>
                  <a:pt x="437413" y="103385"/>
                  <a:pt x="976988" y="103385"/>
                </a:cubicBezTo>
                <a:lnTo>
                  <a:pt x="978823" y="103526"/>
                </a:lnTo>
                <a:lnTo>
                  <a:pt x="980656" y="103385"/>
                </a:lnTo>
                <a:cubicBezTo>
                  <a:pt x="1520231" y="103385"/>
                  <a:pt x="1957642" y="540796"/>
                  <a:pt x="1957642" y="1080372"/>
                </a:cubicBezTo>
                <a:cubicBezTo>
                  <a:pt x="1957642" y="1445504"/>
                  <a:pt x="1696938" y="1805868"/>
                  <a:pt x="1491816" y="1970355"/>
                </a:cubicBezTo>
                <a:cubicBezTo>
                  <a:pt x="1430706" y="2040759"/>
                  <a:pt x="1457674" y="2077754"/>
                  <a:pt x="1444543" y="2169534"/>
                </a:cubicBezTo>
                <a:cubicBezTo>
                  <a:pt x="1410403" y="2240386"/>
                  <a:pt x="1379867" y="2263042"/>
                  <a:pt x="1319520" y="2263042"/>
                </a:cubicBezTo>
                <a:close/>
                <a:moveTo>
                  <a:pt x="1407452" y="2485514"/>
                </a:moveTo>
                <a:lnTo>
                  <a:pt x="558453" y="2485514"/>
                </a:lnTo>
                <a:cubicBezTo>
                  <a:pt x="521377" y="2485514"/>
                  <a:pt x="491321" y="2455458"/>
                  <a:pt x="491321" y="2418383"/>
                </a:cubicBezTo>
                <a:lnTo>
                  <a:pt x="491321" y="2388750"/>
                </a:lnTo>
                <a:cubicBezTo>
                  <a:pt x="491321" y="2351675"/>
                  <a:pt x="521377" y="2321619"/>
                  <a:pt x="558453" y="2321619"/>
                </a:cubicBezTo>
                <a:lnTo>
                  <a:pt x="1407452" y="2321619"/>
                </a:lnTo>
                <a:cubicBezTo>
                  <a:pt x="1444528" y="2321619"/>
                  <a:pt x="1474583" y="2351675"/>
                  <a:pt x="1474583" y="2388750"/>
                </a:cubicBezTo>
                <a:lnTo>
                  <a:pt x="1474583" y="2418383"/>
                </a:lnTo>
                <a:cubicBezTo>
                  <a:pt x="1474583" y="2455458"/>
                  <a:pt x="1444528" y="2485514"/>
                  <a:pt x="1407452" y="2485514"/>
                </a:cubicBezTo>
                <a:close/>
                <a:moveTo>
                  <a:pt x="1374676" y="2707334"/>
                </a:moveTo>
                <a:lnTo>
                  <a:pt x="591228" y="2707334"/>
                </a:lnTo>
                <a:cubicBezTo>
                  <a:pt x="554153" y="2707334"/>
                  <a:pt x="524097" y="2677278"/>
                  <a:pt x="524097" y="2640203"/>
                </a:cubicBezTo>
                <a:lnTo>
                  <a:pt x="524097" y="2610570"/>
                </a:lnTo>
                <a:cubicBezTo>
                  <a:pt x="524097" y="2573495"/>
                  <a:pt x="554153" y="2543440"/>
                  <a:pt x="591228" y="2543440"/>
                </a:cubicBezTo>
                <a:lnTo>
                  <a:pt x="1374676" y="2543440"/>
                </a:lnTo>
                <a:cubicBezTo>
                  <a:pt x="1411752" y="2543440"/>
                  <a:pt x="1441808" y="2573495"/>
                  <a:pt x="1441808" y="2610570"/>
                </a:cubicBezTo>
                <a:lnTo>
                  <a:pt x="1441808" y="2640203"/>
                </a:lnTo>
                <a:cubicBezTo>
                  <a:pt x="1441808" y="2677278"/>
                  <a:pt x="1411752" y="2707334"/>
                  <a:pt x="1374676" y="2707334"/>
                </a:cubicBezTo>
                <a:close/>
                <a:moveTo>
                  <a:pt x="1341902" y="2929154"/>
                </a:moveTo>
                <a:lnTo>
                  <a:pt x="624004" y="2929154"/>
                </a:lnTo>
                <a:cubicBezTo>
                  <a:pt x="586929" y="2929154"/>
                  <a:pt x="556873" y="2899098"/>
                  <a:pt x="556873" y="2862023"/>
                </a:cubicBezTo>
                <a:lnTo>
                  <a:pt x="556873" y="2832390"/>
                </a:lnTo>
                <a:cubicBezTo>
                  <a:pt x="556873" y="2795315"/>
                  <a:pt x="586929" y="2765259"/>
                  <a:pt x="624004" y="2765259"/>
                </a:cubicBezTo>
                <a:lnTo>
                  <a:pt x="1341902" y="2765259"/>
                </a:lnTo>
                <a:cubicBezTo>
                  <a:pt x="1378978" y="2765259"/>
                  <a:pt x="1409033" y="2795315"/>
                  <a:pt x="1409033" y="2832390"/>
                </a:cubicBezTo>
                <a:lnTo>
                  <a:pt x="1409033" y="2862023"/>
                </a:lnTo>
                <a:cubicBezTo>
                  <a:pt x="1409033" y="2899098"/>
                  <a:pt x="1378978" y="2929154"/>
                  <a:pt x="1341902" y="2929154"/>
                </a:cubicBezTo>
                <a:close/>
                <a:moveTo>
                  <a:pt x="982953" y="3249282"/>
                </a:moveTo>
                <a:cubicBezTo>
                  <a:pt x="783838" y="3249282"/>
                  <a:pt x="622424" y="3190586"/>
                  <a:pt x="622424" y="3118181"/>
                </a:cubicBezTo>
                <a:lnTo>
                  <a:pt x="622424" y="2987080"/>
                </a:lnTo>
                <a:lnTo>
                  <a:pt x="1343482" y="2987080"/>
                </a:lnTo>
                <a:lnTo>
                  <a:pt x="1343482" y="3118181"/>
                </a:lnTo>
                <a:cubicBezTo>
                  <a:pt x="1343482" y="3190586"/>
                  <a:pt x="1182068" y="3249282"/>
                  <a:pt x="982953" y="324928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7441309" y="1211309"/>
            <a:ext cx="60484" cy="8229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 rot="10800000">
            <a:off x="7026645" y="1968993"/>
            <a:ext cx="904573" cy="1501406"/>
          </a:xfrm>
          <a:custGeom>
            <a:rect b="b" l="l" r="r" t="t"/>
            <a:pathLst>
              <a:path extrusionOk="0" h="3249282" w="1957642">
                <a:moveTo>
                  <a:pt x="1047232" y="5654"/>
                </a:moveTo>
                <a:lnTo>
                  <a:pt x="1030640" y="5654"/>
                </a:lnTo>
                <a:lnTo>
                  <a:pt x="1048024" y="0"/>
                </a:lnTo>
                <a:close/>
                <a:moveTo>
                  <a:pt x="1160845" y="2127215"/>
                </a:moveTo>
                <a:lnTo>
                  <a:pt x="1196036" y="2120110"/>
                </a:lnTo>
                <a:lnTo>
                  <a:pt x="1237844" y="2120446"/>
                </a:lnTo>
                <a:cubicBezTo>
                  <a:pt x="1308896" y="2116324"/>
                  <a:pt x="1283850" y="2108399"/>
                  <a:pt x="1296213" y="2029106"/>
                </a:cubicBezTo>
                <a:cubicBezTo>
                  <a:pt x="1327247" y="1916021"/>
                  <a:pt x="1321193" y="1914210"/>
                  <a:pt x="1397562" y="1825853"/>
                </a:cubicBezTo>
                <a:cubicBezTo>
                  <a:pt x="1565052" y="1691460"/>
                  <a:pt x="1777778" y="1397289"/>
                  <a:pt x="1777778" y="1099228"/>
                </a:cubicBezTo>
                <a:cubicBezTo>
                  <a:pt x="1777778" y="658937"/>
                  <a:pt x="1421136" y="301944"/>
                  <a:pt x="980978" y="301427"/>
                </a:cubicBezTo>
                <a:lnTo>
                  <a:pt x="980978" y="301625"/>
                </a:lnTo>
                <a:lnTo>
                  <a:pt x="978823" y="301459"/>
                </a:lnTo>
                <a:lnTo>
                  <a:pt x="976666" y="301625"/>
                </a:lnTo>
                <a:lnTo>
                  <a:pt x="976666" y="301427"/>
                </a:lnTo>
                <a:cubicBezTo>
                  <a:pt x="536507" y="301944"/>
                  <a:pt x="179865" y="658937"/>
                  <a:pt x="179865" y="1099228"/>
                </a:cubicBezTo>
                <a:cubicBezTo>
                  <a:pt x="179865" y="1397289"/>
                  <a:pt x="392591" y="1691460"/>
                  <a:pt x="560081" y="1825853"/>
                </a:cubicBezTo>
                <a:cubicBezTo>
                  <a:pt x="636451" y="1914210"/>
                  <a:pt x="630396" y="1916021"/>
                  <a:pt x="661430" y="2029106"/>
                </a:cubicBezTo>
                <a:cubicBezTo>
                  <a:pt x="673794" y="2108399"/>
                  <a:pt x="648747" y="2116324"/>
                  <a:pt x="719799" y="2120446"/>
                </a:cubicBezTo>
                <a:lnTo>
                  <a:pt x="770760" y="2120037"/>
                </a:lnTo>
                <a:lnTo>
                  <a:pt x="806315" y="2127215"/>
                </a:lnTo>
                <a:close/>
                <a:moveTo>
                  <a:pt x="1319520" y="2263042"/>
                </a:moveTo>
                <a:lnTo>
                  <a:pt x="978823" y="2261822"/>
                </a:lnTo>
                <a:lnTo>
                  <a:pt x="638123" y="2263042"/>
                </a:lnTo>
                <a:cubicBezTo>
                  <a:pt x="577778" y="2263042"/>
                  <a:pt x="547241" y="2240386"/>
                  <a:pt x="513100" y="2169534"/>
                </a:cubicBezTo>
                <a:cubicBezTo>
                  <a:pt x="499969" y="2077754"/>
                  <a:pt x="526938" y="2040759"/>
                  <a:pt x="465828" y="1970355"/>
                </a:cubicBezTo>
                <a:cubicBezTo>
                  <a:pt x="260705" y="1805868"/>
                  <a:pt x="0" y="1445504"/>
                  <a:pt x="0" y="1080372"/>
                </a:cubicBezTo>
                <a:cubicBezTo>
                  <a:pt x="0" y="540796"/>
                  <a:pt x="437413" y="103385"/>
                  <a:pt x="976988" y="103385"/>
                </a:cubicBezTo>
                <a:lnTo>
                  <a:pt x="978823" y="103526"/>
                </a:lnTo>
                <a:lnTo>
                  <a:pt x="980656" y="103385"/>
                </a:lnTo>
                <a:cubicBezTo>
                  <a:pt x="1520231" y="103385"/>
                  <a:pt x="1957642" y="540796"/>
                  <a:pt x="1957642" y="1080372"/>
                </a:cubicBezTo>
                <a:cubicBezTo>
                  <a:pt x="1957642" y="1445504"/>
                  <a:pt x="1696938" y="1805868"/>
                  <a:pt x="1491816" y="1970355"/>
                </a:cubicBezTo>
                <a:cubicBezTo>
                  <a:pt x="1430706" y="2040759"/>
                  <a:pt x="1457674" y="2077754"/>
                  <a:pt x="1444543" y="2169534"/>
                </a:cubicBezTo>
                <a:cubicBezTo>
                  <a:pt x="1410403" y="2240386"/>
                  <a:pt x="1379867" y="2263042"/>
                  <a:pt x="1319520" y="2263042"/>
                </a:cubicBezTo>
                <a:close/>
                <a:moveTo>
                  <a:pt x="1407452" y="2485514"/>
                </a:moveTo>
                <a:lnTo>
                  <a:pt x="558453" y="2485514"/>
                </a:lnTo>
                <a:cubicBezTo>
                  <a:pt x="521377" y="2485514"/>
                  <a:pt x="491321" y="2455458"/>
                  <a:pt x="491321" y="2418383"/>
                </a:cubicBezTo>
                <a:lnTo>
                  <a:pt x="491321" y="2388750"/>
                </a:lnTo>
                <a:cubicBezTo>
                  <a:pt x="491321" y="2351675"/>
                  <a:pt x="521377" y="2321619"/>
                  <a:pt x="558453" y="2321619"/>
                </a:cubicBezTo>
                <a:lnTo>
                  <a:pt x="1407452" y="2321619"/>
                </a:lnTo>
                <a:cubicBezTo>
                  <a:pt x="1444528" y="2321619"/>
                  <a:pt x="1474583" y="2351675"/>
                  <a:pt x="1474583" y="2388750"/>
                </a:cubicBezTo>
                <a:lnTo>
                  <a:pt x="1474583" y="2418383"/>
                </a:lnTo>
                <a:cubicBezTo>
                  <a:pt x="1474583" y="2455458"/>
                  <a:pt x="1444528" y="2485514"/>
                  <a:pt x="1407452" y="2485514"/>
                </a:cubicBezTo>
                <a:close/>
                <a:moveTo>
                  <a:pt x="1374676" y="2707334"/>
                </a:moveTo>
                <a:lnTo>
                  <a:pt x="591228" y="2707334"/>
                </a:lnTo>
                <a:cubicBezTo>
                  <a:pt x="554153" y="2707334"/>
                  <a:pt x="524097" y="2677278"/>
                  <a:pt x="524097" y="2640203"/>
                </a:cubicBezTo>
                <a:lnTo>
                  <a:pt x="524097" y="2610570"/>
                </a:lnTo>
                <a:cubicBezTo>
                  <a:pt x="524097" y="2573495"/>
                  <a:pt x="554153" y="2543440"/>
                  <a:pt x="591228" y="2543440"/>
                </a:cubicBezTo>
                <a:lnTo>
                  <a:pt x="1374676" y="2543440"/>
                </a:lnTo>
                <a:cubicBezTo>
                  <a:pt x="1411752" y="2543440"/>
                  <a:pt x="1441808" y="2573495"/>
                  <a:pt x="1441808" y="2610570"/>
                </a:cubicBezTo>
                <a:lnTo>
                  <a:pt x="1441808" y="2640203"/>
                </a:lnTo>
                <a:cubicBezTo>
                  <a:pt x="1441808" y="2677278"/>
                  <a:pt x="1411752" y="2707334"/>
                  <a:pt x="1374676" y="2707334"/>
                </a:cubicBezTo>
                <a:close/>
                <a:moveTo>
                  <a:pt x="1341902" y="2929154"/>
                </a:moveTo>
                <a:lnTo>
                  <a:pt x="624004" y="2929154"/>
                </a:lnTo>
                <a:cubicBezTo>
                  <a:pt x="586929" y="2929154"/>
                  <a:pt x="556873" y="2899098"/>
                  <a:pt x="556873" y="2862023"/>
                </a:cubicBezTo>
                <a:lnTo>
                  <a:pt x="556873" y="2832390"/>
                </a:lnTo>
                <a:cubicBezTo>
                  <a:pt x="556873" y="2795315"/>
                  <a:pt x="586929" y="2765259"/>
                  <a:pt x="624004" y="2765259"/>
                </a:cubicBezTo>
                <a:lnTo>
                  <a:pt x="1341902" y="2765259"/>
                </a:lnTo>
                <a:cubicBezTo>
                  <a:pt x="1378978" y="2765259"/>
                  <a:pt x="1409033" y="2795315"/>
                  <a:pt x="1409033" y="2832390"/>
                </a:cubicBezTo>
                <a:lnTo>
                  <a:pt x="1409033" y="2862023"/>
                </a:lnTo>
                <a:cubicBezTo>
                  <a:pt x="1409033" y="2899098"/>
                  <a:pt x="1378978" y="2929154"/>
                  <a:pt x="1341902" y="2929154"/>
                </a:cubicBezTo>
                <a:close/>
                <a:moveTo>
                  <a:pt x="982953" y="3249282"/>
                </a:moveTo>
                <a:cubicBezTo>
                  <a:pt x="783838" y="3249282"/>
                  <a:pt x="622424" y="3190586"/>
                  <a:pt x="622424" y="3118181"/>
                </a:cubicBezTo>
                <a:lnTo>
                  <a:pt x="622424" y="2987080"/>
                </a:lnTo>
                <a:lnTo>
                  <a:pt x="1343482" y="2987080"/>
                </a:lnTo>
                <a:lnTo>
                  <a:pt x="1343482" y="3118181"/>
                </a:lnTo>
                <a:cubicBezTo>
                  <a:pt x="1343482" y="3190586"/>
                  <a:pt x="1182068" y="3249282"/>
                  <a:pt x="982953" y="3249282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/>
          <p:nvPr/>
        </p:nvSpPr>
        <p:spPr>
          <a:xfrm flipH="1">
            <a:off x="10265785" y="1211309"/>
            <a:ext cx="60485" cy="213716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9072894" y="4944705"/>
            <a:ext cx="247722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Tugas – tugas User</a:t>
            </a:r>
            <a:endParaRPr b="1" sz="20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/>
          <p:nvPr/>
        </p:nvSpPr>
        <p:spPr>
          <a:xfrm rot="10800000">
            <a:off x="9851123" y="3295746"/>
            <a:ext cx="904573" cy="1501406"/>
          </a:xfrm>
          <a:custGeom>
            <a:rect b="b" l="l" r="r" t="t"/>
            <a:pathLst>
              <a:path extrusionOk="0" h="3249282" w="1957642">
                <a:moveTo>
                  <a:pt x="1047232" y="5654"/>
                </a:moveTo>
                <a:lnTo>
                  <a:pt x="1030640" y="5654"/>
                </a:lnTo>
                <a:lnTo>
                  <a:pt x="1048024" y="0"/>
                </a:lnTo>
                <a:close/>
                <a:moveTo>
                  <a:pt x="1160845" y="2127215"/>
                </a:moveTo>
                <a:lnTo>
                  <a:pt x="1196036" y="2120110"/>
                </a:lnTo>
                <a:lnTo>
                  <a:pt x="1237844" y="2120446"/>
                </a:lnTo>
                <a:cubicBezTo>
                  <a:pt x="1308896" y="2116324"/>
                  <a:pt x="1283850" y="2108399"/>
                  <a:pt x="1296213" y="2029106"/>
                </a:cubicBezTo>
                <a:cubicBezTo>
                  <a:pt x="1327247" y="1916021"/>
                  <a:pt x="1321193" y="1914210"/>
                  <a:pt x="1397562" y="1825853"/>
                </a:cubicBezTo>
                <a:cubicBezTo>
                  <a:pt x="1565052" y="1691460"/>
                  <a:pt x="1777778" y="1397289"/>
                  <a:pt x="1777778" y="1099228"/>
                </a:cubicBezTo>
                <a:cubicBezTo>
                  <a:pt x="1777778" y="658937"/>
                  <a:pt x="1421136" y="301944"/>
                  <a:pt x="980978" y="301427"/>
                </a:cubicBezTo>
                <a:lnTo>
                  <a:pt x="980978" y="301625"/>
                </a:lnTo>
                <a:lnTo>
                  <a:pt x="978823" y="301459"/>
                </a:lnTo>
                <a:lnTo>
                  <a:pt x="976666" y="301625"/>
                </a:lnTo>
                <a:lnTo>
                  <a:pt x="976666" y="301427"/>
                </a:lnTo>
                <a:cubicBezTo>
                  <a:pt x="536507" y="301944"/>
                  <a:pt x="179865" y="658937"/>
                  <a:pt x="179865" y="1099228"/>
                </a:cubicBezTo>
                <a:cubicBezTo>
                  <a:pt x="179865" y="1397289"/>
                  <a:pt x="392591" y="1691460"/>
                  <a:pt x="560081" y="1825853"/>
                </a:cubicBezTo>
                <a:cubicBezTo>
                  <a:pt x="636451" y="1914210"/>
                  <a:pt x="630396" y="1916021"/>
                  <a:pt x="661430" y="2029106"/>
                </a:cubicBezTo>
                <a:cubicBezTo>
                  <a:pt x="673794" y="2108399"/>
                  <a:pt x="648747" y="2116324"/>
                  <a:pt x="719799" y="2120446"/>
                </a:cubicBezTo>
                <a:lnTo>
                  <a:pt x="770760" y="2120037"/>
                </a:lnTo>
                <a:lnTo>
                  <a:pt x="806315" y="2127215"/>
                </a:lnTo>
                <a:close/>
                <a:moveTo>
                  <a:pt x="1319520" y="2263042"/>
                </a:moveTo>
                <a:lnTo>
                  <a:pt x="978823" y="2261822"/>
                </a:lnTo>
                <a:lnTo>
                  <a:pt x="638123" y="2263042"/>
                </a:lnTo>
                <a:cubicBezTo>
                  <a:pt x="577778" y="2263042"/>
                  <a:pt x="547241" y="2240386"/>
                  <a:pt x="513100" y="2169534"/>
                </a:cubicBezTo>
                <a:cubicBezTo>
                  <a:pt x="499969" y="2077754"/>
                  <a:pt x="526938" y="2040759"/>
                  <a:pt x="465828" y="1970355"/>
                </a:cubicBezTo>
                <a:cubicBezTo>
                  <a:pt x="260705" y="1805868"/>
                  <a:pt x="0" y="1445504"/>
                  <a:pt x="0" y="1080372"/>
                </a:cubicBezTo>
                <a:cubicBezTo>
                  <a:pt x="0" y="540796"/>
                  <a:pt x="437413" y="103385"/>
                  <a:pt x="976988" y="103385"/>
                </a:cubicBezTo>
                <a:lnTo>
                  <a:pt x="978823" y="103526"/>
                </a:lnTo>
                <a:lnTo>
                  <a:pt x="980656" y="103385"/>
                </a:lnTo>
                <a:cubicBezTo>
                  <a:pt x="1520231" y="103385"/>
                  <a:pt x="1957642" y="540796"/>
                  <a:pt x="1957642" y="1080372"/>
                </a:cubicBezTo>
                <a:cubicBezTo>
                  <a:pt x="1957642" y="1445504"/>
                  <a:pt x="1696938" y="1805868"/>
                  <a:pt x="1491816" y="1970355"/>
                </a:cubicBezTo>
                <a:cubicBezTo>
                  <a:pt x="1430706" y="2040759"/>
                  <a:pt x="1457674" y="2077754"/>
                  <a:pt x="1444543" y="2169534"/>
                </a:cubicBezTo>
                <a:cubicBezTo>
                  <a:pt x="1410403" y="2240386"/>
                  <a:pt x="1379867" y="2263042"/>
                  <a:pt x="1319520" y="2263042"/>
                </a:cubicBezTo>
                <a:close/>
                <a:moveTo>
                  <a:pt x="1407452" y="2485514"/>
                </a:moveTo>
                <a:lnTo>
                  <a:pt x="558453" y="2485514"/>
                </a:lnTo>
                <a:cubicBezTo>
                  <a:pt x="521377" y="2485514"/>
                  <a:pt x="491321" y="2455458"/>
                  <a:pt x="491321" y="2418383"/>
                </a:cubicBezTo>
                <a:lnTo>
                  <a:pt x="491321" y="2388750"/>
                </a:lnTo>
                <a:cubicBezTo>
                  <a:pt x="491321" y="2351675"/>
                  <a:pt x="521377" y="2321619"/>
                  <a:pt x="558453" y="2321619"/>
                </a:cubicBezTo>
                <a:lnTo>
                  <a:pt x="1407452" y="2321619"/>
                </a:lnTo>
                <a:cubicBezTo>
                  <a:pt x="1444528" y="2321619"/>
                  <a:pt x="1474583" y="2351675"/>
                  <a:pt x="1474583" y="2388750"/>
                </a:cubicBezTo>
                <a:lnTo>
                  <a:pt x="1474583" y="2418383"/>
                </a:lnTo>
                <a:cubicBezTo>
                  <a:pt x="1474583" y="2455458"/>
                  <a:pt x="1444528" y="2485514"/>
                  <a:pt x="1407452" y="2485514"/>
                </a:cubicBezTo>
                <a:close/>
                <a:moveTo>
                  <a:pt x="1374676" y="2707334"/>
                </a:moveTo>
                <a:lnTo>
                  <a:pt x="591228" y="2707334"/>
                </a:lnTo>
                <a:cubicBezTo>
                  <a:pt x="554153" y="2707334"/>
                  <a:pt x="524097" y="2677278"/>
                  <a:pt x="524097" y="2640203"/>
                </a:cubicBezTo>
                <a:lnTo>
                  <a:pt x="524097" y="2610570"/>
                </a:lnTo>
                <a:cubicBezTo>
                  <a:pt x="524097" y="2573495"/>
                  <a:pt x="554153" y="2543440"/>
                  <a:pt x="591228" y="2543440"/>
                </a:cubicBezTo>
                <a:lnTo>
                  <a:pt x="1374676" y="2543440"/>
                </a:lnTo>
                <a:cubicBezTo>
                  <a:pt x="1411752" y="2543440"/>
                  <a:pt x="1441808" y="2573495"/>
                  <a:pt x="1441808" y="2610570"/>
                </a:cubicBezTo>
                <a:lnTo>
                  <a:pt x="1441808" y="2640203"/>
                </a:lnTo>
                <a:cubicBezTo>
                  <a:pt x="1441808" y="2677278"/>
                  <a:pt x="1411752" y="2707334"/>
                  <a:pt x="1374676" y="2707334"/>
                </a:cubicBezTo>
                <a:close/>
                <a:moveTo>
                  <a:pt x="1341902" y="2929154"/>
                </a:moveTo>
                <a:lnTo>
                  <a:pt x="624004" y="2929154"/>
                </a:lnTo>
                <a:cubicBezTo>
                  <a:pt x="586929" y="2929154"/>
                  <a:pt x="556873" y="2899098"/>
                  <a:pt x="556873" y="2862023"/>
                </a:cubicBezTo>
                <a:lnTo>
                  <a:pt x="556873" y="2832390"/>
                </a:lnTo>
                <a:cubicBezTo>
                  <a:pt x="556873" y="2795315"/>
                  <a:pt x="586929" y="2765259"/>
                  <a:pt x="624004" y="2765259"/>
                </a:cubicBezTo>
                <a:lnTo>
                  <a:pt x="1341902" y="2765259"/>
                </a:lnTo>
                <a:cubicBezTo>
                  <a:pt x="1378978" y="2765259"/>
                  <a:pt x="1409033" y="2795315"/>
                  <a:pt x="1409033" y="2832390"/>
                </a:cubicBezTo>
                <a:lnTo>
                  <a:pt x="1409033" y="2862023"/>
                </a:lnTo>
                <a:cubicBezTo>
                  <a:pt x="1409033" y="2899098"/>
                  <a:pt x="1378978" y="2929154"/>
                  <a:pt x="1341902" y="2929154"/>
                </a:cubicBezTo>
                <a:close/>
                <a:moveTo>
                  <a:pt x="982953" y="3249282"/>
                </a:moveTo>
                <a:cubicBezTo>
                  <a:pt x="783838" y="3249282"/>
                  <a:pt x="622424" y="3190586"/>
                  <a:pt x="622424" y="3118181"/>
                </a:cubicBezTo>
                <a:lnTo>
                  <a:pt x="622424" y="2987080"/>
                </a:lnTo>
                <a:lnTo>
                  <a:pt x="1343482" y="2987080"/>
                </a:lnTo>
                <a:lnTo>
                  <a:pt x="1343482" y="3118181"/>
                </a:lnTo>
                <a:cubicBezTo>
                  <a:pt x="1343482" y="3190586"/>
                  <a:pt x="1182068" y="3249282"/>
                  <a:pt x="982953" y="324928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7478931" y="2308054"/>
            <a:ext cx="27639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Di Terjemahkan</a:t>
            </a:r>
            <a:endParaRPr b="1" sz="20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26"/>
          <p:cNvCxnSpPr/>
          <p:nvPr/>
        </p:nvCxnSpPr>
        <p:spPr>
          <a:xfrm>
            <a:off x="2305121" y="4149080"/>
            <a:ext cx="191867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26"/>
          <p:cNvCxnSpPr/>
          <p:nvPr/>
        </p:nvCxnSpPr>
        <p:spPr>
          <a:xfrm rot="10800000">
            <a:off x="5129599" y="4149080"/>
            <a:ext cx="472152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26"/>
          <p:cNvCxnSpPr>
            <a:stCxn id="146" idx="29"/>
          </p:cNvCxnSpPr>
          <p:nvPr/>
        </p:nvCxnSpPr>
        <p:spPr>
          <a:xfrm flipH="1">
            <a:off x="6312045" y="2971188"/>
            <a:ext cx="714600" cy="112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miter lim="800000"/>
            <a:headEnd len="sm" w="sm" type="none"/>
            <a:tailEnd len="med" w="med" type="triangle"/>
          </a:ln>
        </p:spPr>
      </p:cxnSp>
      <p:sp>
        <p:nvSpPr>
          <p:cNvPr id="154" name="Google Shape;154;p26"/>
          <p:cNvSpPr/>
          <p:nvPr/>
        </p:nvSpPr>
        <p:spPr>
          <a:xfrm>
            <a:off x="1421727" y="3717032"/>
            <a:ext cx="862213" cy="9361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9880398" y="3789040"/>
            <a:ext cx="862213" cy="9361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7032104" y="2469786"/>
            <a:ext cx="862213" cy="93610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4242916" y="3681028"/>
            <a:ext cx="862213" cy="93610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7"/>
          <p:cNvGrpSpPr/>
          <p:nvPr/>
        </p:nvGrpSpPr>
        <p:grpSpPr>
          <a:xfrm>
            <a:off x="817547" y="1654864"/>
            <a:ext cx="2075807" cy="2429692"/>
            <a:chOff x="875211" y="2116183"/>
            <a:chExt cx="2717074" cy="2429692"/>
          </a:xfrm>
        </p:grpSpPr>
        <p:sp>
          <p:nvSpPr>
            <p:cNvPr id="163" name="Google Shape;163;p27"/>
            <p:cNvSpPr/>
            <p:nvPr/>
          </p:nvSpPr>
          <p:spPr>
            <a:xfrm>
              <a:off x="875211" y="2116183"/>
              <a:ext cx="2717074" cy="2429692"/>
            </a:xfrm>
            <a:prstGeom prst="wedgeRectCallout">
              <a:avLst>
                <a:gd fmla="val 65933" name="adj1"/>
                <a:gd fmla="val 69913" name="adj2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996199" y="2669309"/>
              <a:ext cx="2475096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Menghasilkan sistem yang bermanfaat (usable).</a:t>
              </a:r>
              <a:endParaRPr/>
            </a:p>
          </p:txBody>
        </p:sp>
      </p:grpSp>
      <p:grpSp>
        <p:nvGrpSpPr>
          <p:cNvPr id="165" name="Google Shape;165;p27"/>
          <p:cNvGrpSpPr/>
          <p:nvPr/>
        </p:nvGrpSpPr>
        <p:grpSpPr>
          <a:xfrm>
            <a:off x="3568267" y="1654864"/>
            <a:ext cx="2121131" cy="2429692"/>
            <a:chOff x="4709160" y="2116183"/>
            <a:chExt cx="2717074" cy="2429692"/>
          </a:xfrm>
        </p:grpSpPr>
        <p:sp>
          <p:nvSpPr>
            <p:cNvPr id="166" name="Google Shape;166;p27"/>
            <p:cNvSpPr/>
            <p:nvPr/>
          </p:nvSpPr>
          <p:spPr>
            <a:xfrm>
              <a:off x="4709160" y="2116183"/>
              <a:ext cx="2717074" cy="2429692"/>
            </a:xfrm>
            <a:prstGeom prst="wedgeRectCallout">
              <a:avLst>
                <a:gd fmla="val 43831" name="adj1"/>
                <a:gd fmla="val 69913" name="adj2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4777252" y="2974500"/>
              <a:ext cx="25808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Fungsionalitas</a:t>
              </a:r>
              <a:endPara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27"/>
          <p:cNvSpPr txBox="1"/>
          <p:nvPr/>
        </p:nvSpPr>
        <p:spPr>
          <a:xfrm>
            <a:off x="-361894" y="554654"/>
            <a:ext cx="1160514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Tujuan Interaksi Manusia dan Komputer </a:t>
            </a:r>
            <a:endParaRPr sz="4400">
              <a:solidFill>
                <a:srgbClr val="008E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27"/>
          <p:cNvGrpSpPr/>
          <p:nvPr/>
        </p:nvGrpSpPr>
        <p:grpSpPr>
          <a:xfrm>
            <a:off x="6244768" y="1654864"/>
            <a:ext cx="2121131" cy="2429692"/>
            <a:chOff x="4709160" y="2116183"/>
            <a:chExt cx="2717074" cy="2429692"/>
          </a:xfrm>
        </p:grpSpPr>
        <p:sp>
          <p:nvSpPr>
            <p:cNvPr id="170" name="Google Shape;170;p27"/>
            <p:cNvSpPr/>
            <p:nvPr/>
          </p:nvSpPr>
          <p:spPr>
            <a:xfrm>
              <a:off x="4709160" y="2116183"/>
              <a:ext cx="2717074" cy="2429692"/>
            </a:xfrm>
            <a:prstGeom prst="wedgeRectCallout">
              <a:avLst>
                <a:gd fmla="val -43041" name="adj1"/>
                <a:gd fmla="val 71624" name="adj2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5053614" y="2930918"/>
              <a:ext cx="2028165" cy="40011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Keamanan</a:t>
              </a:r>
              <a:endPara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27"/>
          <p:cNvGrpSpPr/>
          <p:nvPr/>
        </p:nvGrpSpPr>
        <p:grpSpPr>
          <a:xfrm>
            <a:off x="8921269" y="1654864"/>
            <a:ext cx="2121131" cy="2429692"/>
            <a:chOff x="4709160" y="2116183"/>
            <a:chExt cx="2717074" cy="2429692"/>
          </a:xfrm>
        </p:grpSpPr>
        <p:sp>
          <p:nvSpPr>
            <p:cNvPr id="173" name="Google Shape;173;p27"/>
            <p:cNvSpPr/>
            <p:nvPr/>
          </p:nvSpPr>
          <p:spPr>
            <a:xfrm>
              <a:off x="4709160" y="2116183"/>
              <a:ext cx="2717074" cy="2429692"/>
            </a:xfrm>
            <a:prstGeom prst="wedgeRectCallout">
              <a:avLst>
                <a:gd fmla="val -55451" name="adj1"/>
                <a:gd fmla="val 71053" name="adj2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5053614" y="2669309"/>
              <a:ext cx="202816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Efektifitas </a:t>
              </a:r>
              <a:endPara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dan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Efisiensi</a:t>
              </a:r>
              <a:endPara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Wireless router" id="175" name="Google Shape;1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7727" y="4899291"/>
            <a:ext cx="1254035" cy="1254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8"/>
          <p:cNvGrpSpPr/>
          <p:nvPr/>
        </p:nvGrpSpPr>
        <p:grpSpPr>
          <a:xfrm>
            <a:off x="945075" y="1249547"/>
            <a:ext cx="3263401" cy="893148"/>
            <a:chOff x="4995993" y="1556079"/>
            <a:chExt cx="2327501" cy="529273"/>
          </a:xfrm>
        </p:grpSpPr>
        <p:sp>
          <p:nvSpPr>
            <p:cNvPr id="181" name="Google Shape;181;p28"/>
            <p:cNvSpPr txBox="1"/>
            <p:nvPr/>
          </p:nvSpPr>
          <p:spPr>
            <a:xfrm>
              <a:off x="5012469" y="1902966"/>
              <a:ext cx="2043479" cy="18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Contoh : Switch Panel</a:t>
              </a:r>
              <a:endPara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8"/>
            <p:cNvSpPr txBox="1"/>
            <p:nvPr/>
          </p:nvSpPr>
          <p:spPr>
            <a:xfrm>
              <a:off x="4995993" y="1556079"/>
              <a:ext cx="232750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Interface pada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Lv. Hardware Teknik,</a:t>
              </a:r>
              <a:endParaRPr b="1"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3" name="Google Shape;183;p28"/>
          <p:cNvCxnSpPr/>
          <p:nvPr/>
        </p:nvCxnSpPr>
        <p:spPr>
          <a:xfrm rot="10800000">
            <a:off x="4612642" y="1672973"/>
            <a:ext cx="2373" cy="152476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lg" w="lg" type="oval"/>
          </a:ln>
        </p:spPr>
      </p:cxnSp>
      <p:grpSp>
        <p:nvGrpSpPr>
          <p:cNvPr id="184" name="Google Shape;184;p28"/>
          <p:cNvGrpSpPr/>
          <p:nvPr/>
        </p:nvGrpSpPr>
        <p:grpSpPr>
          <a:xfrm>
            <a:off x="4775175" y="1560960"/>
            <a:ext cx="2266661" cy="542077"/>
            <a:chOff x="4965552" y="1736224"/>
            <a:chExt cx="1759674" cy="542077"/>
          </a:xfrm>
        </p:grpSpPr>
        <p:sp>
          <p:nvSpPr>
            <p:cNvPr id="185" name="Google Shape;185;p28"/>
            <p:cNvSpPr txBox="1"/>
            <p:nvPr/>
          </p:nvSpPr>
          <p:spPr>
            <a:xfrm>
              <a:off x="4965552" y="2001302"/>
              <a:ext cx="17596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8"/>
            <p:cNvSpPr txBox="1"/>
            <p:nvPr/>
          </p:nvSpPr>
          <p:spPr>
            <a:xfrm>
              <a:off x="4965552" y="1736224"/>
              <a:ext cx="175967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Interface pada</a:t>
              </a:r>
              <a:endParaRPr b="1" sz="1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Lv. Instruksi</a:t>
              </a:r>
              <a:endParaRPr b="1" sz="1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7" name="Google Shape;187;p28"/>
          <p:cNvCxnSpPr/>
          <p:nvPr/>
        </p:nvCxnSpPr>
        <p:spPr>
          <a:xfrm rot="10800000">
            <a:off x="8092010" y="1397740"/>
            <a:ext cx="162" cy="18000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miter lim="800000"/>
            <a:headEnd len="sm" w="sm" type="none"/>
            <a:tailEnd len="lg" w="lg" type="oval"/>
          </a:ln>
        </p:spPr>
      </p:cxnSp>
      <p:grpSp>
        <p:nvGrpSpPr>
          <p:cNvPr id="188" name="Google Shape;188;p28"/>
          <p:cNvGrpSpPr/>
          <p:nvPr/>
        </p:nvGrpSpPr>
        <p:grpSpPr>
          <a:xfrm>
            <a:off x="8203952" y="1236332"/>
            <a:ext cx="2626092" cy="1223911"/>
            <a:chOff x="4934999" y="1750130"/>
            <a:chExt cx="1790229" cy="482874"/>
          </a:xfrm>
        </p:grpSpPr>
        <p:sp>
          <p:nvSpPr>
            <p:cNvPr id="189" name="Google Shape;189;p28"/>
            <p:cNvSpPr txBox="1"/>
            <p:nvPr/>
          </p:nvSpPr>
          <p:spPr>
            <a:xfrm>
              <a:off x="4965554" y="1957741"/>
              <a:ext cx="1759674" cy="275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Contoh : Sistem Network, Groupware</a:t>
              </a:r>
              <a:endPara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8"/>
            <p:cNvSpPr txBox="1"/>
            <p:nvPr/>
          </p:nvSpPr>
          <p:spPr>
            <a:xfrm>
              <a:off x="4934999" y="1750130"/>
              <a:ext cx="1759674" cy="227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Interface pada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Lv. Lingkungan Kerja </a:t>
              </a:r>
              <a:endParaRPr b="1" sz="1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1" name="Google Shape;191;p28"/>
          <p:cNvCxnSpPr/>
          <p:nvPr/>
        </p:nvCxnSpPr>
        <p:spPr>
          <a:xfrm rot="10800000">
            <a:off x="2765187" y="3550577"/>
            <a:ext cx="0" cy="1800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lg" w="lg" type="oval"/>
            <a:tailEnd len="sm" w="sm" type="none"/>
          </a:ln>
        </p:spPr>
      </p:cxnSp>
      <p:grpSp>
        <p:nvGrpSpPr>
          <p:cNvPr id="192" name="Google Shape;192;p28"/>
          <p:cNvGrpSpPr/>
          <p:nvPr/>
        </p:nvGrpSpPr>
        <p:grpSpPr>
          <a:xfrm>
            <a:off x="2817916" y="4749751"/>
            <a:ext cx="1794726" cy="1221393"/>
            <a:chOff x="4965551" y="1736224"/>
            <a:chExt cx="2333601" cy="500107"/>
          </a:xfrm>
        </p:grpSpPr>
        <p:sp>
          <p:nvSpPr>
            <p:cNvPr id="193" name="Google Shape;193;p28"/>
            <p:cNvSpPr txBox="1"/>
            <p:nvPr/>
          </p:nvSpPr>
          <p:spPr>
            <a:xfrm>
              <a:off x="4983267" y="1950657"/>
              <a:ext cx="2315885" cy="285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Contoh : COBOL, FORTRAN</a:t>
              </a:r>
              <a:endPara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8"/>
            <p:cNvSpPr txBox="1"/>
            <p:nvPr/>
          </p:nvSpPr>
          <p:spPr>
            <a:xfrm>
              <a:off x="4965551" y="1736224"/>
              <a:ext cx="2218791" cy="274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Interface pada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Lv. Pemrograman</a:t>
              </a:r>
              <a:endParaRPr b="1"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5" name="Google Shape;195;p28"/>
          <p:cNvCxnSpPr/>
          <p:nvPr/>
        </p:nvCxnSpPr>
        <p:spPr>
          <a:xfrm rot="10800000">
            <a:off x="6244388" y="3550577"/>
            <a:ext cx="0" cy="1800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lg" w="lg" type="oval"/>
            <a:tailEnd len="sm" w="sm" type="none"/>
          </a:ln>
        </p:spPr>
      </p:cxnSp>
      <p:grpSp>
        <p:nvGrpSpPr>
          <p:cNvPr id="196" name="Google Shape;196;p28"/>
          <p:cNvGrpSpPr/>
          <p:nvPr/>
        </p:nvGrpSpPr>
        <p:grpSpPr>
          <a:xfrm>
            <a:off x="6317342" y="4863254"/>
            <a:ext cx="2792360" cy="820202"/>
            <a:chOff x="4965552" y="1435241"/>
            <a:chExt cx="1759674" cy="696383"/>
          </a:xfrm>
        </p:grpSpPr>
        <p:sp>
          <p:nvSpPr>
            <p:cNvPr id="197" name="Google Shape;197;p28"/>
            <p:cNvSpPr txBox="1"/>
            <p:nvPr/>
          </p:nvSpPr>
          <p:spPr>
            <a:xfrm>
              <a:off x="4965552" y="1870310"/>
              <a:ext cx="1759674" cy="261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Contoh : GUI, Multimedia </a:t>
              </a:r>
              <a:endPara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8"/>
            <p:cNvSpPr txBox="1"/>
            <p:nvPr/>
          </p:nvSpPr>
          <p:spPr>
            <a:xfrm>
              <a:off x="4965552" y="1435241"/>
              <a:ext cx="175967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Interface pada</a:t>
              </a:r>
              <a:endParaRPr b="1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Lv. Dialog Interaksi</a:t>
              </a:r>
              <a:endParaRPr b="1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28"/>
          <p:cNvSpPr txBox="1"/>
          <p:nvPr/>
        </p:nvSpPr>
        <p:spPr>
          <a:xfrm>
            <a:off x="97603" y="4031842"/>
            <a:ext cx="17127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Tahun 50an</a:t>
            </a:r>
            <a:endParaRPr b="1" sz="2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3607771" y="3550764"/>
            <a:ext cx="20315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Tahun 70-90an</a:t>
            </a:r>
            <a:endParaRPr b="1" sz="2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7262343" y="3578980"/>
            <a:ext cx="1772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Tahun 90an</a:t>
            </a:r>
            <a:endParaRPr b="1" sz="2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1681237" y="2758162"/>
            <a:ext cx="20237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Tahun 60-70an</a:t>
            </a:r>
            <a:endParaRPr b="1" sz="2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5268615" y="2762398"/>
            <a:ext cx="20103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Tahun 80an</a:t>
            </a:r>
            <a:endParaRPr b="1" sz="2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77567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1141663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1717676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2005657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2293638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3013871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3589833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3877814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4165795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4872622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5448584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5736565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8331587" y="3248061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6470255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7046217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7334198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7622179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8621043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" name="Google Shape;222;p28"/>
          <p:cNvGrpSpPr/>
          <p:nvPr/>
        </p:nvGrpSpPr>
        <p:grpSpPr>
          <a:xfrm>
            <a:off x="10751278" y="2882764"/>
            <a:ext cx="622574" cy="976543"/>
            <a:chOff x="6579285" y="4258220"/>
            <a:chExt cx="622574" cy="976543"/>
          </a:xfrm>
        </p:grpSpPr>
        <p:sp>
          <p:nvSpPr>
            <p:cNvPr id="223" name="Google Shape;223;p28"/>
            <p:cNvSpPr/>
            <p:nvPr/>
          </p:nvSpPr>
          <p:spPr>
            <a:xfrm rot="2624939">
              <a:off x="6546734" y="4469326"/>
              <a:ext cx="682842" cy="180000"/>
            </a:xfrm>
            <a:prstGeom prst="roundRect">
              <a:avLst>
                <a:gd fmla="val 5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8"/>
            <p:cNvSpPr/>
            <p:nvPr/>
          </p:nvSpPr>
          <p:spPr>
            <a:xfrm rot="-2700000">
              <a:off x="6555378" y="4839702"/>
              <a:ext cx="682842" cy="180000"/>
            </a:xfrm>
            <a:prstGeom prst="roundRect">
              <a:avLst>
                <a:gd fmla="val 5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8"/>
          <p:cNvGrpSpPr/>
          <p:nvPr/>
        </p:nvGrpSpPr>
        <p:grpSpPr>
          <a:xfrm>
            <a:off x="637607" y="1397740"/>
            <a:ext cx="368424" cy="2152837"/>
            <a:chOff x="1449542" y="1826107"/>
            <a:chExt cx="368424" cy="2152837"/>
          </a:xfrm>
        </p:grpSpPr>
        <p:cxnSp>
          <p:nvCxnSpPr>
            <p:cNvPr id="226" name="Google Shape;226;p28"/>
            <p:cNvCxnSpPr/>
            <p:nvPr/>
          </p:nvCxnSpPr>
          <p:spPr>
            <a:xfrm flipH="1" rot="10800000">
              <a:off x="1622134" y="1826107"/>
              <a:ext cx="11363" cy="1800000"/>
            </a:xfrm>
            <a:prstGeom prst="straightConnector1">
              <a:avLst/>
            </a:prstGeom>
            <a:noFill/>
            <a:ln cap="flat" cmpd="sng" w="25400">
              <a:solidFill>
                <a:schemeClr val="accent6"/>
              </a:solidFill>
              <a:prstDash val="solid"/>
              <a:miter lim="800000"/>
              <a:headEnd len="sm" w="sm" type="none"/>
              <a:tailEnd len="lg" w="lg" type="oval"/>
            </a:ln>
          </p:spPr>
        </p:cxnSp>
        <p:sp>
          <p:nvSpPr>
            <p:cNvPr id="227" name="Google Shape;227;p28"/>
            <p:cNvSpPr/>
            <p:nvPr/>
          </p:nvSpPr>
          <p:spPr>
            <a:xfrm>
              <a:off x="1449542" y="3610520"/>
              <a:ext cx="368424" cy="36842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8"/>
          <p:cNvSpPr/>
          <p:nvPr/>
        </p:nvSpPr>
        <p:spPr>
          <a:xfrm>
            <a:off x="2581823" y="3182153"/>
            <a:ext cx="368424" cy="368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4432241" y="3182153"/>
            <a:ext cx="368424" cy="3684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6047500" y="3182153"/>
            <a:ext cx="368424" cy="3684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7910415" y="3182153"/>
            <a:ext cx="368424" cy="3684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9197005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9926639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10214671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1429695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3301852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5160603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6758236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8909024" y="3258353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4017698" y="188764"/>
            <a:ext cx="3820505" cy="1132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Evolusi Antarmuka (Interface)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8"/>
          <p:cNvCxnSpPr/>
          <p:nvPr/>
        </p:nvCxnSpPr>
        <p:spPr>
          <a:xfrm rot="10800000">
            <a:off x="9718627" y="3550577"/>
            <a:ext cx="0" cy="180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lg" w="lg" type="oval"/>
            <a:tailEnd len="sm" w="sm" type="none"/>
          </a:ln>
        </p:spPr>
      </p:cxnSp>
      <p:grpSp>
        <p:nvGrpSpPr>
          <p:cNvPr id="242" name="Google Shape;242;p28"/>
          <p:cNvGrpSpPr/>
          <p:nvPr/>
        </p:nvGrpSpPr>
        <p:grpSpPr>
          <a:xfrm>
            <a:off x="9494593" y="4863088"/>
            <a:ext cx="2711623" cy="1197699"/>
            <a:chOff x="4681044" y="2456259"/>
            <a:chExt cx="2199381" cy="877221"/>
          </a:xfrm>
        </p:grpSpPr>
        <p:sp>
          <p:nvSpPr>
            <p:cNvPr id="243" name="Google Shape;243;p28"/>
            <p:cNvSpPr txBox="1"/>
            <p:nvPr/>
          </p:nvSpPr>
          <p:spPr>
            <a:xfrm>
              <a:off x="4681044" y="2792466"/>
              <a:ext cx="2199381" cy="5410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Contoh : Mobile Device, Interactive Screen</a:t>
              </a:r>
              <a:endParaRPr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8"/>
            <p:cNvSpPr txBox="1"/>
            <p:nvPr/>
          </p:nvSpPr>
          <p:spPr>
            <a:xfrm>
              <a:off x="4889828" y="2456259"/>
              <a:ext cx="1759674" cy="383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Interface berkembang dengan luas</a:t>
              </a:r>
              <a:endParaRPr b="1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28"/>
          <p:cNvSpPr/>
          <p:nvPr/>
        </p:nvSpPr>
        <p:spPr>
          <a:xfrm>
            <a:off x="9494591" y="3208273"/>
            <a:ext cx="368424" cy="3684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10499984" y="3262331"/>
            <a:ext cx="216024" cy="21602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9109702" y="2834231"/>
            <a:ext cx="17203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Tahun 2000an</a:t>
            </a:r>
            <a:endParaRPr b="1"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/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Ruang Lingkup Interaksi Manusia dan Komputer</a:t>
            </a:r>
            <a:endParaRPr sz="3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" name="Google Shape;253;p29"/>
          <p:cNvGrpSpPr/>
          <p:nvPr/>
        </p:nvGrpSpPr>
        <p:grpSpPr>
          <a:xfrm>
            <a:off x="796942" y="2492858"/>
            <a:ext cx="2531488" cy="2396893"/>
            <a:chOff x="728131" y="2248544"/>
            <a:chExt cx="2737856" cy="2592288"/>
          </a:xfrm>
        </p:grpSpPr>
        <p:sp>
          <p:nvSpPr>
            <p:cNvPr id="254" name="Google Shape;254;p29"/>
            <p:cNvSpPr/>
            <p:nvPr/>
          </p:nvSpPr>
          <p:spPr>
            <a:xfrm>
              <a:off x="873699" y="2248544"/>
              <a:ext cx="2592288" cy="2592288"/>
            </a:xfrm>
            <a:prstGeom prst="blockArc">
              <a:avLst>
                <a:gd fmla="val 12214054" name="adj1"/>
                <a:gd fmla="val 9664598" name="adj2"/>
                <a:gd fmla="val 14811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9"/>
            <p:cNvSpPr txBox="1"/>
            <p:nvPr/>
          </p:nvSpPr>
          <p:spPr>
            <a:xfrm>
              <a:off x="728131" y="3185929"/>
              <a:ext cx="704458" cy="699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29"/>
          <p:cNvSpPr txBox="1"/>
          <p:nvPr/>
        </p:nvSpPr>
        <p:spPr>
          <a:xfrm>
            <a:off x="1355498" y="3861048"/>
            <a:ext cx="1407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Manusia</a:t>
            </a:r>
            <a:endParaRPr b="1"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29"/>
          <p:cNvGrpSpPr/>
          <p:nvPr/>
        </p:nvGrpSpPr>
        <p:grpSpPr>
          <a:xfrm>
            <a:off x="4642811" y="2564904"/>
            <a:ext cx="2555429" cy="2396893"/>
            <a:chOff x="728131" y="2276872"/>
            <a:chExt cx="2763749" cy="2592288"/>
          </a:xfrm>
        </p:grpSpPr>
        <p:sp>
          <p:nvSpPr>
            <p:cNvPr id="258" name="Google Shape;258;p29"/>
            <p:cNvSpPr/>
            <p:nvPr/>
          </p:nvSpPr>
          <p:spPr>
            <a:xfrm>
              <a:off x="899592" y="2276872"/>
              <a:ext cx="2592288" cy="2592288"/>
            </a:xfrm>
            <a:prstGeom prst="blockArc">
              <a:avLst>
                <a:gd fmla="val 12214054" name="adj1"/>
                <a:gd fmla="val 9664598" name="adj2"/>
                <a:gd fmla="val 14811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9"/>
            <p:cNvSpPr txBox="1"/>
            <p:nvPr/>
          </p:nvSpPr>
          <p:spPr>
            <a:xfrm>
              <a:off x="728131" y="3185929"/>
              <a:ext cx="704458" cy="699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36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9"/>
          <p:cNvSpPr txBox="1"/>
          <p:nvPr/>
        </p:nvSpPr>
        <p:spPr>
          <a:xfrm>
            <a:off x="5294203" y="3754642"/>
            <a:ext cx="14071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Antarmuka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Pemakai</a:t>
            </a:r>
            <a:endParaRPr b="1"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29"/>
          <p:cNvGrpSpPr/>
          <p:nvPr/>
        </p:nvGrpSpPr>
        <p:grpSpPr>
          <a:xfrm>
            <a:off x="8512621" y="2569182"/>
            <a:ext cx="2555429" cy="2396893"/>
            <a:chOff x="728131" y="2276872"/>
            <a:chExt cx="2763749" cy="2592288"/>
          </a:xfrm>
        </p:grpSpPr>
        <p:sp>
          <p:nvSpPr>
            <p:cNvPr id="262" name="Google Shape;262;p29"/>
            <p:cNvSpPr/>
            <p:nvPr/>
          </p:nvSpPr>
          <p:spPr>
            <a:xfrm>
              <a:off x="899592" y="2276872"/>
              <a:ext cx="2592288" cy="2592288"/>
            </a:xfrm>
            <a:prstGeom prst="blockArc">
              <a:avLst>
                <a:gd fmla="val 12214054" name="adj1"/>
                <a:gd fmla="val 9664598" name="adj2"/>
                <a:gd fmla="val 14811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9"/>
            <p:cNvSpPr txBox="1"/>
            <p:nvPr/>
          </p:nvSpPr>
          <p:spPr>
            <a:xfrm>
              <a:off x="728131" y="3185929"/>
              <a:ext cx="704458" cy="699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3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29"/>
          <p:cNvSpPr txBox="1"/>
          <p:nvPr/>
        </p:nvSpPr>
        <p:spPr>
          <a:xfrm>
            <a:off x="9164013" y="3758920"/>
            <a:ext cx="14071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Sistem Komputer</a:t>
            </a:r>
            <a:endParaRPr b="1"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612514" y="1540917"/>
            <a:ext cx="109952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Interaksi manusia dan komputer memiliki 3 komponen yaitu;  manusia, komputer dan interaksi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1788715" y="3102741"/>
            <a:ext cx="251302" cy="661867"/>
          </a:xfrm>
          <a:custGeom>
            <a:rect b="b" l="l" r="r" t="t"/>
            <a:pathLst>
              <a:path extrusionOk="0" h="3923699" w="1489775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/>
          <p:nvPr/>
        </p:nvSpPr>
        <p:spPr>
          <a:xfrm rot="10800000">
            <a:off x="2082039" y="3099684"/>
            <a:ext cx="313136" cy="667981"/>
          </a:xfrm>
          <a:custGeom>
            <a:rect b="b" l="l" r="r" t="t"/>
            <a:pathLst>
              <a:path extrusionOk="0" h="3959924" w="1856332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5725625" y="3168768"/>
            <a:ext cx="544340" cy="529812"/>
          </a:xfrm>
          <a:custGeom>
            <a:rect b="b" l="l" r="r" t="t"/>
            <a:pathLst>
              <a:path extrusionOk="0" h="3218379" w="3306630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9520567" y="3198096"/>
            <a:ext cx="728741" cy="579000"/>
          </a:xfrm>
          <a:custGeom>
            <a:rect b="b" l="l" r="r" t="t"/>
            <a:pathLst>
              <a:path extrusionOk="0" h="2574247" w="3240000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3337150" y="3583855"/>
            <a:ext cx="1361413" cy="289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7248977" y="3609892"/>
            <a:ext cx="1361413" cy="289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797011" y="1230098"/>
            <a:ext cx="101922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Konteks interaksi manusia dan komputer dikenal dengan UHCD yaitu :</a:t>
            </a:r>
            <a:endParaRPr sz="4000"/>
          </a:p>
        </p:txBody>
      </p:sp>
      <p:sp>
        <p:nvSpPr>
          <p:cNvPr id="277" name="Google Shape;277;p30"/>
          <p:cNvSpPr/>
          <p:nvPr/>
        </p:nvSpPr>
        <p:spPr>
          <a:xfrm>
            <a:off x="2199501" y="3163500"/>
            <a:ext cx="870739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atau konteks tempat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berada.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uman (manusia)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omputer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evelopment (proses pengembangan)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821724" y="9582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U</a:t>
            </a:r>
            <a:r>
              <a:rPr lang="en-US"/>
              <a:t> merupakan user</a:t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881449" y="2652754"/>
            <a:ext cx="1074214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U1, organisasi sosial dan lingkungan kerja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U2, pengguna yang menggunakan aplikasi komputer untuk memenuhi kebutuhan tertentu 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U3, proses adaptasi manusia dan komputer.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821724" y="9582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H </a:t>
            </a:r>
            <a:r>
              <a:rPr lang="en-US"/>
              <a:t>merupakan human (manusia) </a:t>
            </a:r>
            <a:endParaRPr/>
          </a:p>
        </p:txBody>
      </p:sp>
      <p:sp>
        <p:nvSpPr>
          <p:cNvPr id="289" name="Google Shape;289;p32"/>
          <p:cNvSpPr/>
          <p:nvPr/>
        </p:nvSpPr>
        <p:spPr>
          <a:xfrm>
            <a:off x="881449" y="2652754"/>
            <a:ext cx="1074214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H1, pemrosesan informasi pada manusia 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H2, penggunaan bahasa, cara komunikasi dan interaksi manusia terhadap mesin.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H3, faktor Ergonomi.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/>
          <p:nvPr>
            <p:ph type="title"/>
          </p:nvPr>
        </p:nvSpPr>
        <p:spPr>
          <a:xfrm>
            <a:off x="854676" y="9252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</a:t>
            </a:r>
            <a:r>
              <a:rPr lang="en-US"/>
              <a:t> merupakan komputer </a:t>
            </a:r>
            <a:endParaRPr/>
          </a:p>
        </p:txBody>
      </p:sp>
      <p:sp>
        <p:nvSpPr>
          <p:cNvPr id="295" name="Google Shape;295;p33"/>
          <p:cNvSpPr/>
          <p:nvPr/>
        </p:nvSpPr>
        <p:spPr>
          <a:xfrm>
            <a:off x="1101811" y="2718657"/>
            <a:ext cx="10208740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C1, piranti masukan dan keluaran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C2, berbagai teknik dialog 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C3, model/gaya dialog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C4, komputer grafik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C5, merancang dialog secara keseluruhan(arsitektur dialog)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/>
          <p:nvPr>
            <p:ph type="title"/>
          </p:nvPr>
        </p:nvSpPr>
        <p:spPr>
          <a:xfrm>
            <a:off x="838200" y="9335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 </a:t>
            </a:r>
            <a:r>
              <a:rPr lang="en-US"/>
              <a:t>merupakan proses pengembangan </a:t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>
            <a:off x="2141838" y="2712467"/>
            <a:ext cx="679621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D1, pendekatan desain;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D2, teknik dan kakas untuk implementasi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D3, teknik evaluasi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D4, Contoh sistem dan studi kasus.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961768" y="102415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Hal-hal yang harus diperhatikan dalam membuat interface/antarmuka yaitu: </a:t>
            </a:r>
            <a:endParaRPr/>
          </a:p>
        </p:txBody>
      </p:sp>
      <p:sp>
        <p:nvSpPr>
          <p:cNvPr id="307" name="Google Shape;307;p35"/>
          <p:cNvSpPr/>
          <p:nvPr/>
        </p:nvSpPr>
        <p:spPr>
          <a:xfrm>
            <a:off x="1248032" y="2686731"/>
            <a:ext cx="1042498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friendly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(ramah dengan pengguna),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Ramah dengan pengguna maksudnya antarmuka yang bagus, mudah dioperasikan, mudah dipelajari dan pengguna merasa nyaman menggunakan interface tersebut.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Berkualitas tinggi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yang dikagumi oleh orang-orang, beredar luas dan sering ditiru.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>
            <p:ph type="title"/>
          </p:nvPr>
        </p:nvSpPr>
        <p:spPr>
          <a:xfrm>
            <a:off x="1575636" y="694640"/>
            <a:ext cx="8515715" cy="887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 Antarmuka Manusia dan Komputer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407368" y="2132856"/>
            <a:ext cx="11451704" cy="448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Antarmuka pengguna  merupakan  bagian  sistem  yang  akan dikendalikan  oleh pengguna  untuk  mencapai  dan  melaksanakan  fungsi - fungsi  suatu  sistem.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Antarmuka pengguna  ini  menggabungkan  elemen  sistem,  elemen  pengguna  dan  interaksi  diantara keduanya. Tampilan antarmuka akan berjalan dengan baik apabila didukung dengan peralatan yang memadai.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type="title"/>
          </p:nvPr>
        </p:nvSpPr>
        <p:spPr>
          <a:xfrm>
            <a:off x="593126" y="793494"/>
            <a:ext cx="10923372" cy="812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Dampak antarmuka pengguna yang baik yaitu :</a:t>
            </a:r>
            <a:endParaRPr/>
          </a:p>
        </p:txBody>
      </p:sp>
      <p:sp>
        <p:nvSpPr>
          <p:cNvPr id="319" name="Google Shape;319;p37"/>
          <p:cNvSpPr/>
          <p:nvPr/>
        </p:nvSpPr>
        <p:spPr>
          <a:xfrm>
            <a:off x="1944130" y="2413338"/>
            <a:ext cx="874858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Peningkatan produktifitas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Mengurangi biaya pelatihan pegawai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Mencegah pengambil alihan pegawai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Kepuasan pengguna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Produksi hasil dengan kualitas yang lebih baik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560174" y="744066"/>
            <a:ext cx="1092337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Strategi pengembangan antarmuka perlu memperhatikan hal-hal berikut : </a:t>
            </a:r>
            <a:endParaRPr/>
          </a:p>
        </p:txBody>
      </p:sp>
      <p:sp>
        <p:nvSpPr>
          <p:cNvPr id="325" name="Google Shape;325;p38"/>
          <p:cNvSpPr/>
          <p:nvPr/>
        </p:nvSpPr>
        <p:spPr>
          <a:xfrm>
            <a:off x="823783" y="2858181"/>
            <a:ext cx="10890421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Pengetahuan mekanisme fungsi manusia sebagai pengguna komputer.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Berbagai informasi yang berhubungan dengan karakteristik dialog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Penggunaan prototipe yang didasarkan pada spesifikasi dialog formal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Teknik evaluasi yang digunakan untuk mengevaluasi hasil prototipe. 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39"/>
          <p:cNvGrpSpPr/>
          <p:nvPr/>
        </p:nvGrpSpPr>
        <p:grpSpPr>
          <a:xfrm>
            <a:off x="3585840" y="1592010"/>
            <a:ext cx="4709648" cy="3723835"/>
            <a:chOff x="2228055" y="1971102"/>
            <a:chExt cx="4575969" cy="3618138"/>
          </a:xfrm>
        </p:grpSpPr>
        <p:sp>
          <p:nvSpPr>
            <p:cNvPr id="331" name="Google Shape;331;p39"/>
            <p:cNvSpPr/>
            <p:nvPr/>
          </p:nvSpPr>
          <p:spPr>
            <a:xfrm>
              <a:off x="2228055" y="1971102"/>
              <a:ext cx="3243960" cy="3618138"/>
            </a:xfrm>
            <a:custGeom>
              <a:rect b="b" l="l" r="r" t="t"/>
              <a:pathLst>
                <a:path extrusionOk="0" h="3618138" w="3243960">
                  <a:moveTo>
                    <a:pt x="1764407" y="0"/>
                  </a:moveTo>
                  <a:lnTo>
                    <a:pt x="1913381" y="1203"/>
                  </a:lnTo>
                  <a:lnTo>
                    <a:pt x="2053042" y="12022"/>
                  </a:lnTo>
                  <a:lnTo>
                    <a:pt x="2185723" y="30056"/>
                  </a:lnTo>
                  <a:lnTo>
                    <a:pt x="2312583" y="56506"/>
                  </a:lnTo>
                  <a:lnTo>
                    <a:pt x="2433624" y="88967"/>
                  </a:lnTo>
                  <a:lnTo>
                    <a:pt x="2545354" y="131046"/>
                  </a:lnTo>
                  <a:lnTo>
                    <a:pt x="2653593" y="176731"/>
                  </a:lnTo>
                  <a:lnTo>
                    <a:pt x="2752521" y="230833"/>
                  </a:lnTo>
                  <a:lnTo>
                    <a:pt x="2763561" y="238103"/>
                  </a:lnTo>
                  <a:lnTo>
                    <a:pt x="2764776" y="236609"/>
                  </a:lnTo>
                  <a:cubicBezTo>
                    <a:pt x="3318761" y="687035"/>
                    <a:pt x="3404939" y="1500322"/>
                    <a:pt x="2957653" y="2056846"/>
                  </a:cubicBezTo>
                  <a:lnTo>
                    <a:pt x="2794867" y="1926012"/>
                  </a:lnTo>
                  <a:cubicBezTo>
                    <a:pt x="3170184" y="1459033"/>
                    <a:pt x="3097872" y="776605"/>
                    <a:pt x="2633024" y="398652"/>
                  </a:cubicBezTo>
                  <a:lnTo>
                    <a:pt x="2635535" y="395564"/>
                  </a:lnTo>
                  <a:cubicBezTo>
                    <a:pt x="2458856" y="294299"/>
                    <a:pt x="2250796" y="159602"/>
                    <a:pt x="1912553" y="162771"/>
                  </a:cubicBezTo>
                  <a:cubicBezTo>
                    <a:pt x="1018501" y="171149"/>
                    <a:pt x="651082" y="745769"/>
                    <a:pt x="651082" y="1464934"/>
                  </a:cubicBezTo>
                  <a:cubicBezTo>
                    <a:pt x="651082" y="2065638"/>
                    <a:pt x="1045124" y="2571338"/>
                    <a:pt x="1581345" y="2720212"/>
                  </a:cubicBezTo>
                  <a:cubicBezTo>
                    <a:pt x="2189761" y="2865156"/>
                    <a:pt x="2916596" y="3085457"/>
                    <a:pt x="3019039" y="3381117"/>
                  </a:cubicBezTo>
                  <a:lnTo>
                    <a:pt x="3030682" y="3420409"/>
                  </a:lnTo>
                  <a:lnTo>
                    <a:pt x="3049304" y="3486532"/>
                  </a:lnTo>
                  <a:lnTo>
                    <a:pt x="3067926" y="3553859"/>
                  </a:lnTo>
                  <a:lnTo>
                    <a:pt x="3088874" y="3615173"/>
                  </a:lnTo>
                  <a:lnTo>
                    <a:pt x="3090086" y="3618138"/>
                  </a:lnTo>
                  <a:lnTo>
                    <a:pt x="1487028" y="3618138"/>
                  </a:lnTo>
                  <a:lnTo>
                    <a:pt x="1482754" y="3594736"/>
                  </a:lnTo>
                  <a:lnTo>
                    <a:pt x="1471115" y="3529813"/>
                  </a:lnTo>
                  <a:lnTo>
                    <a:pt x="1458312" y="3466094"/>
                  </a:lnTo>
                  <a:lnTo>
                    <a:pt x="1443182" y="3404780"/>
                  </a:lnTo>
                  <a:lnTo>
                    <a:pt x="1428052" y="3345869"/>
                  </a:lnTo>
                  <a:lnTo>
                    <a:pt x="1409430" y="3294173"/>
                  </a:lnTo>
                  <a:lnTo>
                    <a:pt x="1389645" y="3249689"/>
                  </a:lnTo>
                  <a:lnTo>
                    <a:pt x="1368696" y="3214824"/>
                  </a:lnTo>
                  <a:lnTo>
                    <a:pt x="1345419" y="3193183"/>
                  </a:lnTo>
                  <a:lnTo>
                    <a:pt x="1319814" y="3182363"/>
                  </a:lnTo>
                  <a:lnTo>
                    <a:pt x="1290717" y="3177554"/>
                  </a:lnTo>
                  <a:lnTo>
                    <a:pt x="1256965" y="3179958"/>
                  </a:lnTo>
                  <a:lnTo>
                    <a:pt x="1223213" y="3184767"/>
                  </a:lnTo>
                  <a:lnTo>
                    <a:pt x="1191790" y="3193183"/>
                  </a:lnTo>
                  <a:lnTo>
                    <a:pt x="1161529" y="3201598"/>
                  </a:lnTo>
                  <a:lnTo>
                    <a:pt x="1133597" y="3210015"/>
                  </a:lnTo>
                  <a:lnTo>
                    <a:pt x="1112647" y="3217228"/>
                  </a:lnTo>
                  <a:lnTo>
                    <a:pt x="1062602" y="3234059"/>
                  </a:lnTo>
                  <a:lnTo>
                    <a:pt x="1005573" y="3249689"/>
                  </a:lnTo>
                  <a:lnTo>
                    <a:pt x="941560" y="3262914"/>
                  </a:lnTo>
                  <a:lnTo>
                    <a:pt x="874056" y="3271330"/>
                  </a:lnTo>
                  <a:lnTo>
                    <a:pt x="806552" y="3278543"/>
                  </a:lnTo>
                  <a:lnTo>
                    <a:pt x="737886" y="3280948"/>
                  </a:lnTo>
                  <a:lnTo>
                    <a:pt x="672709" y="3276139"/>
                  </a:lnTo>
                  <a:lnTo>
                    <a:pt x="611025" y="3265318"/>
                  </a:lnTo>
                  <a:lnTo>
                    <a:pt x="577273" y="3256902"/>
                  </a:lnTo>
                  <a:lnTo>
                    <a:pt x="543521" y="3241274"/>
                  </a:lnTo>
                  <a:lnTo>
                    <a:pt x="509769" y="3223240"/>
                  </a:lnTo>
                  <a:lnTo>
                    <a:pt x="480674" y="3201598"/>
                  </a:lnTo>
                  <a:lnTo>
                    <a:pt x="450413" y="3175149"/>
                  </a:lnTo>
                  <a:lnTo>
                    <a:pt x="427136" y="3147498"/>
                  </a:lnTo>
                  <a:lnTo>
                    <a:pt x="410841" y="3112633"/>
                  </a:lnTo>
                  <a:lnTo>
                    <a:pt x="398039" y="3072958"/>
                  </a:lnTo>
                  <a:lnTo>
                    <a:pt x="393384" y="3029676"/>
                  </a:lnTo>
                  <a:lnTo>
                    <a:pt x="398039" y="2981586"/>
                  </a:lnTo>
                  <a:lnTo>
                    <a:pt x="403859" y="2947924"/>
                  </a:lnTo>
                  <a:lnTo>
                    <a:pt x="412006" y="2910653"/>
                  </a:lnTo>
                  <a:lnTo>
                    <a:pt x="421316" y="2872182"/>
                  </a:lnTo>
                  <a:lnTo>
                    <a:pt x="424808" y="2834911"/>
                  </a:lnTo>
                  <a:lnTo>
                    <a:pt x="424808" y="2795237"/>
                  </a:lnTo>
                  <a:lnTo>
                    <a:pt x="414333" y="2760372"/>
                  </a:lnTo>
                  <a:lnTo>
                    <a:pt x="403859" y="2741136"/>
                  </a:lnTo>
                  <a:lnTo>
                    <a:pt x="385236" y="2723102"/>
                  </a:lnTo>
                  <a:lnTo>
                    <a:pt x="365452" y="2709877"/>
                  </a:lnTo>
                  <a:lnTo>
                    <a:pt x="344502" y="2699057"/>
                  </a:lnTo>
                  <a:lnTo>
                    <a:pt x="323552" y="2683427"/>
                  </a:lnTo>
                  <a:lnTo>
                    <a:pt x="307259" y="2666596"/>
                  </a:lnTo>
                  <a:lnTo>
                    <a:pt x="294455" y="2644956"/>
                  </a:lnTo>
                  <a:lnTo>
                    <a:pt x="289800" y="2620911"/>
                  </a:lnTo>
                  <a:lnTo>
                    <a:pt x="292128" y="2596866"/>
                  </a:lnTo>
                  <a:lnTo>
                    <a:pt x="300275" y="2574023"/>
                  </a:lnTo>
                  <a:lnTo>
                    <a:pt x="310750" y="2554786"/>
                  </a:lnTo>
                  <a:lnTo>
                    <a:pt x="317733" y="2535551"/>
                  </a:lnTo>
                  <a:lnTo>
                    <a:pt x="283982" y="2511505"/>
                  </a:lnTo>
                  <a:lnTo>
                    <a:pt x="260703" y="2487461"/>
                  </a:lnTo>
                  <a:lnTo>
                    <a:pt x="247901" y="2463416"/>
                  </a:lnTo>
                  <a:lnTo>
                    <a:pt x="245574" y="2436966"/>
                  </a:lnTo>
                  <a:lnTo>
                    <a:pt x="249066" y="2412922"/>
                  </a:lnTo>
                  <a:lnTo>
                    <a:pt x="258376" y="2386471"/>
                  </a:lnTo>
                  <a:lnTo>
                    <a:pt x="271178" y="2360023"/>
                  </a:lnTo>
                  <a:lnTo>
                    <a:pt x="285145" y="2333572"/>
                  </a:lnTo>
                  <a:lnTo>
                    <a:pt x="297948" y="2305921"/>
                  </a:lnTo>
                  <a:lnTo>
                    <a:pt x="310750" y="2279471"/>
                  </a:lnTo>
                  <a:lnTo>
                    <a:pt x="317733" y="2250617"/>
                  </a:lnTo>
                  <a:lnTo>
                    <a:pt x="294455" y="2228976"/>
                  </a:lnTo>
                  <a:lnTo>
                    <a:pt x="261868" y="2212145"/>
                  </a:lnTo>
                  <a:lnTo>
                    <a:pt x="225789" y="2196515"/>
                  </a:lnTo>
                  <a:lnTo>
                    <a:pt x="188545" y="2183290"/>
                  </a:lnTo>
                  <a:lnTo>
                    <a:pt x="150138" y="2170066"/>
                  </a:lnTo>
                  <a:lnTo>
                    <a:pt x="111731" y="2156841"/>
                  </a:lnTo>
                  <a:lnTo>
                    <a:pt x="75651" y="2141212"/>
                  </a:lnTo>
                  <a:lnTo>
                    <a:pt x="46554" y="2124381"/>
                  </a:lnTo>
                  <a:lnTo>
                    <a:pt x="20950" y="2100335"/>
                  </a:lnTo>
                  <a:lnTo>
                    <a:pt x="5820" y="2071482"/>
                  </a:lnTo>
                  <a:lnTo>
                    <a:pt x="0" y="2041425"/>
                  </a:lnTo>
                  <a:lnTo>
                    <a:pt x="4656" y="2012571"/>
                  </a:lnTo>
                  <a:lnTo>
                    <a:pt x="15130" y="1986122"/>
                  </a:lnTo>
                  <a:lnTo>
                    <a:pt x="31424" y="1964481"/>
                  </a:lnTo>
                  <a:lnTo>
                    <a:pt x="51209" y="1942841"/>
                  </a:lnTo>
                  <a:lnTo>
                    <a:pt x="69831" y="1924807"/>
                  </a:lnTo>
                  <a:lnTo>
                    <a:pt x="84961" y="1910380"/>
                  </a:lnTo>
                  <a:lnTo>
                    <a:pt x="129188" y="1857481"/>
                  </a:lnTo>
                  <a:lnTo>
                    <a:pt x="175742" y="1809391"/>
                  </a:lnTo>
                  <a:lnTo>
                    <a:pt x="222297" y="1761301"/>
                  </a:lnTo>
                  <a:lnTo>
                    <a:pt x="266523" y="1708402"/>
                  </a:lnTo>
                  <a:lnTo>
                    <a:pt x="308423" y="1656704"/>
                  </a:lnTo>
                  <a:lnTo>
                    <a:pt x="346829" y="1597795"/>
                  </a:lnTo>
                  <a:lnTo>
                    <a:pt x="378254" y="1534075"/>
                  </a:lnTo>
                  <a:lnTo>
                    <a:pt x="395711" y="1481176"/>
                  </a:lnTo>
                  <a:lnTo>
                    <a:pt x="401531" y="1429479"/>
                  </a:lnTo>
                  <a:lnTo>
                    <a:pt x="401531" y="1374175"/>
                  </a:lnTo>
                  <a:cubicBezTo>
                    <a:pt x="401143" y="1354538"/>
                    <a:pt x="400754" y="1334901"/>
                    <a:pt x="400367" y="1315264"/>
                  </a:cubicBezTo>
                  <a:lnTo>
                    <a:pt x="398039" y="1256355"/>
                  </a:lnTo>
                  <a:lnTo>
                    <a:pt x="400367" y="1192635"/>
                  </a:lnTo>
                  <a:lnTo>
                    <a:pt x="406186" y="1125309"/>
                  </a:lnTo>
                  <a:lnTo>
                    <a:pt x="471362" y="847589"/>
                  </a:lnTo>
                  <a:lnTo>
                    <a:pt x="512097" y="746600"/>
                  </a:lnTo>
                  <a:lnTo>
                    <a:pt x="560979" y="652824"/>
                  </a:lnTo>
                  <a:lnTo>
                    <a:pt x="618008" y="565059"/>
                  </a:lnTo>
                  <a:lnTo>
                    <a:pt x="683184" y="482103"/>
                  </a:lnTo>
                  <a:lnTo>
                    <a:pt x="755343" y="406361"/>
                  </a:lnTo>
                  <a:lnTo>
                    <a:pt x="833322" y="336631"/>
                  </a:lnTo>
                  <a:lnTo>
                    <a:pt x="918283" y="272912"/>
                  </a:lnTo>
                  <a:lnTo>
                    <a:pt x="1006736" y="216405"/>
                  </a:lnTo>
                  <a:lnTo>
                    <a:pt x="1102172" y="165911"/>
                  </a:lnTo>
                  <a:lnTo>
                    <a:pt x="1199936" y="123832"/>
                  </a:lnTo>
                  <a:lnTo>
                    <a:pt x="1298864" y="86563"/>
                  </a:lnTo>
                  <a:lnTo>
                    <a:pt x="1631727" y="10821"/>
                  </a:lnTo>
                  <a:close/>
                </a:path>
              </a:pathLst>
            </a:custGeom>
            <a:solidFill>
              <a:srgbClr val="B3C6E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2" name="Google Shape;332;p39"/>
            <p:cNvGrpSpPr/>
            <p:nvPr/>
          </p:nvGrpSpPr>
          <p:grpSpPr>
            <a:xfrm>
              <a:off x="4023554" y="4019367"/>
              <a:ext cx="1008112" cy="734938"/>
              <a:chOff x="3509379" y="4293096"/>
              <a:chExt cx="1008112" cy="734938"/>
            </a:xfrm>
          </p:grpSpPr>
          <p:sp>
            <p:nvSpPr>
              <p:cNvPr id="333" name="Google Shape;333;p39"/>
              <p:cNvSpPr/>
              <p:nvPr/>
            </p:nvSpPr>
            <p:spPr>
              <a:xfrm>
                <a:off x="3509379" y="4293096"/>
                <a:ext cx="1008112" cy="1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39"/>
              <p:cNvSpPr/>
              <p:nvPr/>
            </p:nvSpPr>
            <p:spPr>
              <a:xfrm>
                <a:off x="3581435" y="4537695"/>
                <a:ext cx="864000" cy="180000"/>
              </a:xfrm>
              <a:prstGeom prst="roundRect">
                <a:avLst>
                  <a:gd fmla="val 50000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39"/>
              <p:cNvSpPr/>
              <p:nvPr/>
            </p:nvSpPr>
            <p:spPr>
              <a:xfrm>
                <a:off x="3766973" y="4535109"/>
                <a:ext cx="492925" cy="492925"/>
              </a:xfrm>
              <a:prstGeom prst="chord">
                <a:avLst>
                  <a:gd fmla="val 21471232" name="adj1"/>
                  <a:gd fmla="val 10878117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6" name="Google Shape;336;p39"/>
            <p:cNvSpPr/>
            <p:nvPr/>
          </p:nvSpPr>
          <p:spPr>
            <a:xfrm flipH="1">
              <a:off x="3560064" y="1971102"/>
              <a:ext cx="3243960" cy="3618138"/>
            </a:xfrm>
            <a:custGeom>
              <a:rect b="b" l="l" r="r" t="t"/>
              <a:pathLst>
                <a:path extrusionOk="0" h="3618138" w="3243960">
                  <a:moveTo>
                    <a:pt x="1764407" y="0"/>
                  </a:moveTo>
                  <a:lnTo>
                    <a:pt x="1631727" y="10821"/>
                  </a:lnTo>
                  <a:lnTo>
                    <a:pt x="1298864" y="86563"/>
                  </a:lnTo>
                  <a:lnTo>
                    <a:pt x="1199936" y="123832"/>
                  </a:lnTo>
                  <a:lnTo>
                    <a:pt x="1102172" y="165911"/>
                  </a:lnTo>
                  <a:lnTo>
                    <a:pt x="1006736" y="216405"/>
                  </a:lnTo>
                  <a:lnTo>
                    <a:pt x="918283" y="272912"/>
                  </a:lnTo>
                  <a:lnTo>
                    <a:pt x="833322" y="336631"/>
                  </a:lnTo>
                  <a:lnTo>
                    <a:pt x="755343" y="406361"/>
                  </a:lnTo>
                  <a:lnTo>
                    <a:pt x="683184" y="482103"/>
                  </a:lnTo>
                  <a:lnTo>
                    <a:pt x="618008" y="565059"/>
                  </a:lnTo>
                  <a:lnTo>
                    <a:pt x="560979" y="652824"/>
                  </a:lnTo>
                  <a:lnTo>
                    <a:pt x="512097" y="746600"/>
                  </a:lnTo>
                  <a:lnTo>
                    <a:pt x="471362" y="847589"/>
                  </a:lnTo>
                  <a:lnTo>
                    <a:pt x="406186" y="1125309"/>
                  </a:lnTo>
                  <a:lnTo>
                    <a:pt x="400367" y="1192635"/>
                  </a:lnTo>
                  <a:lnTo>
                    <a:pt x="398039" y="1256355"/>
                  </a:lnTo>
                  <a:lnTo>
                    <a:pt x="400367" y="1315264"/>
                  </a:lnTo>
                  <a:cubicBezTo>
                    <a:pt x="400754" y="1334901"/>
                    <a:pt x="401143" y="1354538"/>
                    <a:pt x="401531" y="1374175"/>
                  </a:cubicBezTo>
                  <a:lnTo>
                    <a:pt x="401531" y="1429479"/>
                  </a:lnTo>
                  <a:lnTo>
                    <a:pt x="395711" y="1481176"/>
                  </a:lnTo>
                  <a:lnTo>
                    <a:pt x="378254" y="1534075"/>
                  </a:lnTo>
                  <a:lnTo>
                    <a:pt x="346829" y="1597795"/>
                  </a:lnTo>
                  <a:lnTo>
                    <a:pt x="308423" y="1656704"/>
                  </a:lnTo>
                  <a:lnTo>
                    <a:pt x="266523" y="1708402"/>
                  </a:lnTo>
                  <a:lnTo>
                    <a:pt x="222297" y="1761301"/>
                  </a:lnTo>
                  <a:lnTo>
                    <a:pt x="175742" y="1809391"/>
                  </a:lnTo>
                  <a:lnTo>
                    <a:pt x="129188" y="1857481"/>
                  </a:lnTo>
                  <a:lnTo>
                    <a:pt x="84961" y="1910380"/>
                  </a:lnTo>
                  <a:lnTo>
                    <a:pt x="69831" y="1924807"/>
                  </a:lnTo>
                  <a:lnTo>
                    <a:pt x="51209" y="1942841"/>
                  </a:lnTo>
                  <a:lnTo>
                    <a:pt x="31424" y="1964481"/>
                  </a:lnTo>
                  <a:lnTo>
                    <a:pt x="15130" y="1986122"/>
                  </a:lnTo>
                  <a:lnTo>
                    <a:pt x="4656" y="2012571"/>
                  </a:lnTo>
                  <a:lnTo>
                    <a:pt x="0" y="2041425"/>
                  </a:lnTo>
                  <a:lnTo>
                    <a:pt x="5820" y="2071482"/>
                  </a:lnTo>
                  <a:lnTo>
                    <a:pt x="20950" y="2100335"/>
                  </a:lnTo>
                  <a:lnTo>
                    <a:pt x="46554" y="2124381"/>
                  </a:lnTo>
                  <a:lnTo>
                    <a:pt x="75651" y="2141212"/>
                  </a:lnTo>
                  <a:lnTo>
                    <a:pt x="111731" y="2156841"/>
                  </a:lnTo>
                  <a:lnTo>
                    <a:pt x="150138" y="2170066"/>
                  </a:lnTo>
                  <a:lnTo>
                    <a:pt x="188545" y="2183290"/>
                  </a:lnTo>
                  <a:lnTo>
                    <a:pt x="225789" y="2196515"/>
                  </a:lnTo>
                  <a:lnTo>
                    <a:pt x="261868" y="2212145"/>
                  </a:lnTo>
                  <a:lnTo>
                    <a:pt x="294455" y="2228976"/>
                  </a:lnTo>
                  <a:lnTo>
                    <a:pt x="317733" y="2250617"/>
                  </a:lnTo>
                  <a:lnTo>
                    <a:pt x="310750" y="2279471"/>
                  </a:lnTo>
                  <a:lnTo>
                    <a:pt x="297948" y="2305921"/>
                  </a:lnTo>
                  <a:lnTo>
                    <a:pt x="285145" y="2333572"/>
                  </a:lnTo>
                  <a:lnTo>
                    <a:pt x="271178" y="2360023"/>
                  </a:lnTo>
                  <a:lnTo>
                    <a:pt x="258376" y="2386471"/>
                  </a:lnTo>
                  <a:lnTo>
                    <a:pt x="249066" y="2412922"/>
                  </a:lnTo>
                  <a:lnTo>
                    <a:pt x="245574" y="2436966"/>
                  </a:lnTo>
                  <a:lnTo>
                    <a:pt x="247901" y="2463416"/>
                  </a:lnTo>
                  <a:lnTo>
                    <a:pt x="260703" y="2487461"/>
                  </a:lnTo>
                  <a:lnTo>
                    <a:pt x="283982" y="2511505"/>
                  </a:lnTo>
                  <a:lnTo>
                    <a:pt x="317733" y="2535551"/>
                  </a:lnTo>
                  <a:lnTo>
                    <a:pt x="310750" y="2554786"/>
                  </a:lnTo>
                  <a:lnTo>
                    <a:pt x="300275" y="2574023"/>
                  </a:lnTo>
                  <a:lnTo>
                    <a:pt x="292128" y="2596866"/>
                  </a:lnTo>
                  <a:lnTo>
                    <a:pt x="289800" y="2620911"/>
                  </a:lnTo>
                  <a:lnTo>
                    <a:pt x="294455" y="2644956"/>
                  </a:lnTo>
                  <a:lnTo>
                    <a:pt x="307259" y="2666596"/>
                  </a:lnTo>
                  <a:lnTo>
                    <a:pt x="323552" y="2683427"/>
                  </a:lnTo>
                  <a:lnTo>
                    <a:pt x="344502" y="2699057"/>
                  </a:lnTo>
                  <a:lnTo>
                    <a:pt x="365452" y="2709877"/>
                  </a:lnTo>
                  <a:lnTo>
                    <a:pt x="385236" y="2723102"/>
                  </a:lnTo>
                  <a:lnTo>
                    <a:pt x="403859" y="2741136"/>
                  </a:lnTo>
                  <a:lnTo>
                    <a:pt x="414333" y="2760372"/>
                  </a:lnTo>
                  <a:lnTo>
                    <a:pt x="424808" y="2795237"/>
                  </a:lnTo>
                  <a:lnTo>
                    <a:pt x="424808" y="2834911"/>
                  </a:lnTo>
                  <a:lnTo>
                    <a:pt x="421316" y="2872182"/>
                  </a:lnTo>
                  <a:lnTo>
                    <a:pt x="412006" y="2910653"/>
                  </a:lnTo>
                  <a:lnTo>
                    <a:pt x="403859" y="2947924"/>
                  </a:lnTo>
                  <a:lnTo>
                    <a:pt x="398039" y="2981586"/>
                  </a:lnTo>
                  <a:lnTo>
                    <a:pt x="393384" y="3029676"/>
                  </a:lnTo>
                  <a:lnTo>
                    <a:pt x="398039" y="3072958"/>
                  </a:lnTo>
                  <a:lnTo>
                    <a:pt x="410841" y="3112633"/>
                  </a:lnTo>
                  <a:lnTo>
                    <a:pt x="427136" y="3147498"/>
                  </a:lnTo>
                  <a:lnTo>
                    <a:pt x="450413" y="3175149"/>
                  </a:lnTo>
                  <a:lnTo>
                    <a:pt x="480674" y="3201598"/>
                  </a:lnTo>
                  <a:lnTo>
                    <a:pt x="509769" y="3223240"/>
                  </a:lnTo>
                  <a:lnTo>
                    <a:pt x="543521" y="3241274"/>
                  </a:lnTo>
                  <a:lnTo>
                    <a:pt x="577273" y="3256902"/>
                  </a:lnTo>
                  <a:lnTo>
                    <a:pt x="611025" y="3265318"/>
                  </a:lnTo>
                  <a:lnTo>
                    <a:pt x="672709" y="3276139"/>
                  </a:lnTo>
                  <a:lnTo>
                    <a:pt x="737886" y="3280948"/>
                  </a:lnTo>
                  <a:lnTo>
                    <a:pt x="806552" y="3278543"/>
                  </a:lnTo>
                  <a:lnTo>
                    <a:pt x="874056" y="3271330"/>
                  </a:lnTo>
                  <a:lnTo>
                    <a:pt x="941560" y="3262914"/>
                  </a:lnTo>
                  <a:lnTo>
                    <a:pt x="1005573" y="3249689"/>
                  </a:lnTo>
                  <a:lnTo>
                    <a:pt x="1062602" y="3234059"/>
                  </a:lnTo>
                  <a:lnTo>
                    <a:pt x="1112647" y="3217228"/>
                  </a:lnTo>
                  <a:lnTo>
                    <a:pt x="1133597" y="3210015"/>
                  </a:lnTo>
                  <a:lnTo>
                    <a:pt x="1161529" y="3201598"/>
                  </a:lnTo>
                  <a:lnTo>
                    <a:pt x="1191790" y="3193183"/>
                  </a:lnTo>
                  <a:lnTo>
                    <a:pt x="1223213" y="3184767"/>
                  </a:lnTo>
                  <a:lnTo>
                    <a:pt x="1256965" y="3179958"/>
                  </a:lnTo>
                  <a:lnTo>
                    <a:pt x="1290717" y="3177554"/>
                  </a:lnTo>
                  <a:lnTo>
                    <a:pt x="1319814" y="3182363"/>
                  </a:lnTo>
                  <a:lnTo>
                    <a:pt x="1345419" y="3193183"/>
                  </a:lnTo>
                  <a:lnTo>
                    <a:pt x="1368696" y="3214824"/>
                  </a:lnTo>
                  <a:lnTo>
                    <a:pt x="1389645" y="3249689"/>
                  </a:lnTo>
                  <a:lnTo>
                    <a:pt x="1409430" y="3294173"/>
                  </a:lnTo>
                  <a:lnTo>
                    <a:pt x="1428052" y="3345869"/>
                  </a:lnTo>
                  <a:lnTo>
                    <a:pt x="1443182" y="3404780"/>
                  </a:lnTo>
                  <a:lnTo>
                    <a:pt x="1458312" y="3466094"/>
                  </a:lnTo>
                  <a:lnTo>
                    <a:pt x="1471115" y="3529813"/>
                  </a:lnTo>
                  <a:lnTo>
                    <a:pt x="1482754" y="3594736"/>
                  </a:lnTo>
                  <a:lnTo>
                    <a:pt x="1487029" y="3618138"/>
                  </a:lnTo>
                  <a:lnTo>
                    <a:pt x="3090086" y="3618138"/>
                  </a:lnTo>
                  <a:lnTo>
                    <a:pt x="3088874" y="3615173"/>
                  </a:lnTo>
                  <a:lnTo>
                    <a:pt x="3067926" y="3553859"/>
                  </a:lnTo>
                  <a:lnTo>
                    <a:pt x="3049304" y="3486532"/>
                  </a:lnTo>
                  <a:lnTo>
                    <a:pt x="3030682" y="3420409"/>
                  </a:lnTo>
                  <a:lnTo>
                    <a:pt x="3019039" y="3381117"/>
                  </a:lnTo>
                  <a:cubicBezTo>
                    <a:pt x="2916596" y="3085457"/>
                    <a:pt x="2189761" y="2865156"/>
                    <a:pt x="1581345" y="2720212"/>
                  </a:cubicBezTo>
                  <a:cubicBezTo>
                    <a:pt x="1045124" y="2571338"/>
                    <a:pt x="651082" y="2065638"/>
                    <a:pt x="651082" y="1464934"/>
                  </a:cubicBezTo>
                  <a:cubicBezTo>
                    <a:pt x="651082" y="745769"/>
                    <a:pt x="1018501" y="171149"/>
                    <a:pt x="1912553" y="162771"/>
                  </a:cubicBezTo>
                  <a:cubicBezTo>
                    <a:pt x="2250796" y="159602"/>
                    <a:pt x="2458856" y="294299"/>
                    <a:pt x="2635535" y="395564"/>
                  </a:cubicBezTo>
                  <a:lnTo>
                    <a:pt x="2633024" y="398652"/>
                  </a:lnTo>
                  <a:cubicBezTo>
                    <a:pt x="3097872" y="776605"/>
                    <a:pt x="3170184" y="1459033"/>
                    <a:pt x="2794867" y="1926012"/>
                  </a:cubicBezTo>
                  <a:lnTo>
                    <a:pt x="2957653" y="2056846"/>
                  </a:lnTo>
                  <a:cubicBezTo>
                    <a:pt x="3404939" y="1500322"/>
                    <a:pt x="3318761" y="687035"/>
                    <a:pt x="2764776" y="236609"/>
                  </a:cubicBezTo>
                  <a:lnTo>
                    <a:pt x="2763561" y="238103"/>
                  </a:lnTo>
                  <a:lnTo>
                    <a:pt x="2752521" y="230833"/>
                  </a:lnTo>
                  <a:lnTo>
                    <a:pt x="2653593" y="176731"/>
                  </a:lnTo>
                  <a:lnTo>
                    <a:pt x="2545354" y="131046"/>
                  </a:lnTo>
                  <a:lnTo>
                    <a:pt x="2433624" y="88967"/>
                  </a:lnTo>
                  <a:lnTo>
                    <a:pt x="2312583" y="56506"/>
                  </a:lnTo>
                  <a:lnTo>
                    <a:pt x="2185723" y="30056"/>
                  </a:lnTo>
                  <a:lnTo>
                    <a:pt x="2053042" y="12022"/>
                  </a:lnTo>
                  <a:lnTo>
                    <a:pt x="1913381" y="120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39"/>
          <p:cNvGrpSpPr/>
          <p:nvPr/>
        </p:nvGrpSpPr>
        <p:grpSpPr>
          <a:xfrm>
            <a:off x="5250618" y="2270509"/>
            <a:ext cx="1376685" cy="1270601"/>
            <a:chOff x="7417766" y="2396187"/>
            <a:chExt cx="1787469" cy="1649730"/>
          </a:xfrm>
        </p:grpSpPr>
        <p:sp>
          <p:nvSpPr>
            <p:cNvPr id="338" name="Google Shape;338;p39"/>
            <p:cNvSpPr/>
            <p:nvPr/>
          </p:nvSpPr>
          <p:spPr>
            <a:xfrm>
              <a:off x="7417766" y="2398092"/>
              <a:ext cx="885825" cy="1647825"/>
            </a:xfrm>
            <a:custGeom>
              <a:rect b="b" l="l" r="r" t="t"/>
              <a:pathLst>
                <a:path extrusionOk="0" h="1647825" w="885825">
                  <a:moveTo>
                    <a:pt x="749141" y="1281042"/>
                  </a:moveTo>
                  <a:cubicBezTo>
                    <a:pt x="789146" y="1281042"/>
                    <a:pt x="827246" y="1292472"/>
                    <a:pt x="858679" y="1312474"/>
                  </a:cubicBezTo>
                  <a:cubicBezTo>
                    <a:pt x="858679" y="1312474"/>
                    <a:pt x="858679" y="1302949"/>
                    <a:pt x="858679" y="1287709"/>
                  </a:cubicBezTo>
                  <a:cubicBezTo>
                    <a:pt x="874871" y="1196270"/>
                    <a:pt x="875824" y="1101972"/>
                    <a:pt x="861536" y="1006722"/>
                  </a:cubicBezTo>
                  <a:cubicBezTo>
                    <a:pt x="859631" y="996244"/>
                    <a:pt x="857726" y="985767"/>
                    <a:pt x="855821" y="975289"/>
                  </a:cubicBezTo>
                  <a:cubicBezTo>
                    <a:pt x="847249" y="938142"/>
                    <a:pt x="828199" y="900042"/>
                    <a:pt x="791051" y="885754"/>
                  </a:cubicBezTo>
                  <a:cubicBezTo>
                    <a:pt x="784384" y="882897"/>
                    <a:pt x="777716" y="880992"/>
                    <a:pt x="770096" y="880039"/>
                  </a:cubicBezTo>
                  <a:cubicBezTo>
                    <a:pt x="762476" y="879087"/>
                    <a:pt x="753904" y="879087"/>
                    <a:pt x="745331" y="880039"/>
                  </a:cubicBezTo>
                  <a:cubicBezTo>
                    <a:pt x="736759" y="880992"/>
                    <a:pt x="727234" y="881944"/>
                    <a:pt x="718661" y="884802"/>
                  </a:cubicBezTo>
                  <a:cubicBezTo>
                    <a:pt x="651034" y="903852"/>
                    <a:pt x="611029" y="975289"/>
                    <a:pt x="630079" y="1042917"/>
                  </a:cubicBezTo>
                  <a:cubicBezTo>
                    <a:pt x="631984" y="1050537"/>
                    <a:pt x="627221" y="1059109"/>
                    <a:pt x="618649" y="1060062"/>
                  </a:cubicBezTo>
                  <a:cubicBezTo>
                    <a:pt x="611981" y="1061014"/>
                    <a:pt x="606266" y="1056252"/>
                    <a:pt x="604361" y="1049584"/>
                  </a:cubicBezTo>
                  <a:cubicBezTo>
                    <a:pt x="581501" y="967669"/>
                    <a:pt x="629126" y="881944"/>
                    <a:pt x="711041" y="859084"/>
                  </a:cubicBezTo>
                  <a:cubicBezTo>
                    <a:pt x="719614" y="856227"/>
                    <a:pt x="729139" y="855274"/>
                    <a:pt x="737711" y="854322"/>
                  </a:cubicBezTo>
                  <a:cubicBezTo>
                    <a:pt x="748189" y="854322"/>
                    <a:pt x="758666" y="855274"/>
                    <a:pt x="768191" y="857179"/>
                  </a:cubicBezTo>
                  <a:cubicBezTo>
                    <a:pt x="798671" y="853369"/>
                    <a:pt x="817721" y="891469"/>
                    <a:pt x="846296" y="891469"/>
                  </a:cubicBezTo>
                  <a:cubicBezTo>
                    <a:pt x="827246" y="834319"/>
                    <a:pt x="855821" y="767644"/>
                    <a:pt x="855821" y="707637"/>
                  </a:cubicBezTo>
                  <a:cubicBezTo>
                    <a:pt x="856774" y="699064"/>
                    <a:pt x="856774" y="690492"/>
                    <a:pt x="856774" y="681919"/>
                  </a:cubicBezTo>
                  <a:cubicBezTo>
                    <a:pt x="859631" y="671442"/>
                    <a:pt x="861536" y="660964"/>
                    <a:pt x="863441" y="650487"/>
                  </a:cubicBezTo>
                  <a:cubicBezTo>
                    <a:pt x="865346" y="640009"/>
                    <a:pt x="866299" y="629532"/>
                    <a:pt x="868204" y="619054"/>
                  </a:cubicBezTo>
                  <a:cubicBezTo>
                    <a:pt x="893921" y="510469"/>
                    <a:pt x="865346" y="415219"/>
                    <a:pt x="856774" y="311397"/>
                  </a:cubicBezTo>
                  <a:cubicBezTo>
                    <a:pt x="856774" y="300919"/>
                    <a:pt x="856774" y="290442"/>
                    <a:pt x="856774" y="280917"/>
                  </a:cubicBezTo>
                  <a:cubicBezTo>
                    <a:pt x="856774" y="243769"/>
                    <a:pt x="856774" y="220909"/>
                    <a:pt x="856774" y="220909"/>
                  </a:cubicBezTo>
                  <a:lnTo>
                    <a:pt x="854869" y="221862"/>
                  </a:lnTo>
                  <a:cubicBezTo>
                    <a:pt x="848201" y="162807"/>
                    <a:pt x="819626" y="109467"/>
                    <a:pt x="776764" y="71367"/>
                  </a:cubicBezTo>
                  <a:cubicBezTo>
                    <a:pt x="768191" y="63747"/>
                    <a:pt x="759619" y="57079"/>
                    <a:pt x="750094" y="50412"/>
                  </a:cubicBezTo>
                  <a:cubicBezTo>
                    <a:pt x="721519" y="31362"/>
                    <a:pt x="690086" y="18027"/>
                    <a:pt x="656749" y="12312"/>
                  </a:cubicBezTo>
                  <a:cubicBezTo>
                    <a:pt x="645319" y="10407"/>
                    <a:pt x="634841" y="9454"/>
                    <a:pt x="623411" y="8502"/>
                  </a:cubicBezTo>
                  <a:cubicBezTo>
                    <a:pt x="502444" y="-4833"/>
                    <a:pt x="359569" y="80892"/>
                    <a:pt x="391954" y="227577"/>
                  </a:cubicBezTo>
                  <a:cubicBezTo>
                    <a:pt x="395764" y="236149"/>
                    <a:pt x="399574" y="244722"/>
                    <a:pt x="405289" y="253294"/>
                  </a:cubicBezTo>
                  <a:cubicBezTo>
                    <a:pt x="427196" y="290442"/>
                    <a:pt x="474821" y="328542"/>
                    <a:pt x="520541" y="332352"/>
                  </a:cubicBezTo>
                  <a:cubicBezTo>
                    <a:pt x="530066" y="334257"/>
                    <a:pt x="540544" y="335209"/>
                    <a:pt x="551021" y="335209"/>
                  </a:cubicBezTo>
                  <a:cubicBezTo>
                    <a:pt x="633889" y="335209"/>
                    <a:pt x="702469" y="276154"/>
                    <a:pt x="718661" y="198049"/>
                  </a:cubicBezTo>
                  <a:cubicBezTo>
                    <a:pt x="720566" y="186619"/>
                    <a:pt x="722471" y="175189"/>
                    <a:pt x="722471" y="163759"/>
                  </a:cubicBezTo>
                  <a:cubicBezTo>
                    <a:pt x="722471" y="153282"/>
                    <a:pt x="731996" y="144709"/>
                    <a:pt x="743426" y="146614"/>
                  </a:cubicBezTo>
                  <a:cubicBezTo>
                    <a:pt x="751999" y="147567"/>
                    <a:pt x="758666" y="156139"/>
                    <a:pt x="758666" y="164712"/>
                  </a:cubicBezTo>
                  <a:cubicBezTo>
                    <a:pt x="758666" y="248532"/>
                    <a:pt x="708184" y="320922"/>
                    <a:pt x="635794" y="353307"/>
                  </a:cubicBezTo>
                  <a:cubicBezTo>
                    <a:pt x="664369" y="365689"/>
                    <a:pt x="689134" y="384739"/>
                    <a:pt x="708184" y="407599"/>
                  </a:cubicBezTo>
                  <a:cubicBezTo>
                    <a:pt x="714851" y="415219"/>
                    <a:pt x="720566" y="423792"/>
                    <a:pt x="726281" y="432364"/>
                  </a:cubicBezTo>
                  <a:cubicBezTo>
                    <a:pt x="771049" y="473322"/>
                    <a:pt x="761524" y="530472"/>
                    <a:pt x="757714" y="584764"/>
                  </a:cubicBezTo>
                  <a:cubicBezTo>
                    <a:pt x="755809" y="593337"/>
                    <a:pt x="753904" y="602862"/>
                    <a:pt x="751046" y="611434"/>
                  </a:cubicBezTo>
                  <a:cubicBezTo>
                    <a:pt x="748189" y="620007"/>
                    <a:pt x="745331" y="628579"/>
                    <a:pt x="741521" y="637152"/>
                  </a:cubicBezTo>
                  <a:cubicBezTo>
                    <a:pt x="737711" y="645724"/>
                    <a:pt x="732949" y="654297"/>
                    <a:pt x="727234" y="661917"/>
                  </a:cubicBezTo>
                  <a:cubicBezTo>
                    <a:pt x="716756" y="678109"/>
                    <a:pt x="703421" y="693349"/>
                    <a:pt x="687229" y="706684"/>
                  </a:cubicBezTo>
                  <a:cubicBezTo>
                    <a:pt x="689134" y="740974"/>
                    <a:pt x="709136" y="771454"/>
                    <a:pt x="737711" y="786694"/>
                  </a:cubicBezTo>
                  <a:cubicBezTo>
                    <a:pt x="744379" y="790504"/>
                    <a:pt x="752951" y="794314"/>
                    <a:pt x="760571" y="796219"/>
                  </a:cubicBezTo>
                  <a:cubicBezTo>
                    <a:pt x="771049" y="791457"/>
                    <a:pt x="780574" y="794314"/>
                    <a:pt x="788194" y="799077"/>
                  </a:cubicBezTo>
                  <a:cubicBezTo>
                    <a:pt x="810101" y="816222"/>
                    <a:pt x="800576" y="825747"/>
                    <a:pt x="783431" y="835272"/>
                  </a:cubicBezTo>
                  <a:cubicBezTo>
                    <a:pt x="773906" y="838129"/>
                    <a:pt x="762476" y="837177"/>
                    <a:pt x="752951" y="830509"/>
                  </a:cubicBezTo>
                  <a:cubicBezTo>
                    <a:pt x="743426" y="827652"/>
                    <a:pt x="733901" y="824794"/>
                    <a:pt x="724376" y="820032"/>
                  </a:cubicBezTo>
                  <a:cubicBezTo>
                    <a:pt x="689134" y="801934"/>
                    <a:pt x="662464" y="768597"/>
                    <a:pt x="653891" y="728592"/>
                  </a:cubicBezTo>
                  <a:cubicBezTo>
                    <a:pt x="559594" y="780027"/>
                    <a:pt x="439579" y="750499"/>
                    <a:pt x="381476" y="658107"/>
                  </a:cubicBezTo>
                  <a:cubicBezTo>
                    <a:pt x="376714" y="650487"/>
                    <a:pt x="377666" y="640962"/>
                    <a:pt x="384334" y="635247"/>
                  </a:cubicBezTo>
                  <a:cubicBezTo>
                    <a:pt x="392906" y="627627"/>
                    <a:pt x="405289" y="629532"/>
                    <a:pt x="411004" y="639057"/>
                  </a:cubicBezTo>
                  <a:cubicBezTo>
                    <a:pt x="440531" y="685729"/>
                    <a:pt x="490061" y="713352"/>
                    <a:pt x="541496" y="717162"/>
                  </a:cubicBezTo>
                  <a:cubicBezTo>
                    <a:pt x="545306" y="715257"/>
                    <a:pt x="548164" y="716209"/>
                    <a:pt x="552926" y="716209"/>
                  </a:cubicBezTo>
                  <a:cubicBezTo>
                    <a:pt x="611981" y="716209"/>
                    <a:pt x="663416" y="684777"/>
                    <a:pt x="693896" y="638104"/>
                  </a:cubicBezTo>
                  <a:cubicBezTo>
                    <a:pt x="699611" y="628579"/>
                    <a:pt x="705326" y="619054"/>
                    <a:pt x="710089" y="608577"/>
                  </a:cubicBezTo>
                  <a:cubicBezTo>
                    <a:pt x="732949" y="557142"/>
                    <a:pt x="723424" y="519042"/>
                    <a:pt x="710089" y="475227"/>
                  </a:cubicBezTo>
                  <a:cubicBezTo>
                    <a:pt x="705326" y="464749"/>
                    <a:pt x="700564" y="455224"/>
                    <a:pt x="693896" y="445699"/>
                  </a:cubicBezTo>
                  <a:cubicBezTo>
                    <a:pt x="663416" y="399979"/>
                    <a:pt x="611029" y="370452"/>
                    <a:pt x="551974" y="370452"/>
                  </a:cubicBezTo>
                  <a:cubicBezTo>
                    <a:pt x="546259" y="370452"/>
                    <a:pt x="539591" y="369499"/>
                    <a:pt x="532924" y="368547"/>
                  </a:cubicBezTo>
                  <a:cubicBezTo>
                    <a:pt x="485299" y="347592"/>
                    <a:pt x="440531" y="319017"/>
                    <a:pt x="397669" y="301872"/>
                  </a:cubicBezTo>
                  <a:cubicBezTo>
                    <a:pt x="389096" y="298062"/>
                    <a:pt x="380524" y="295204"/>
                    <a:pt x="371951" y="293299"/>
                  </a:cubicBezTo>
                  <a:cubicBezTo>
                    <a:pt x="294799" y="280917"/>
                    <a:pt x="209074" y="299967"/>
                    <a:pt x="180499" y="376167"/>
                  </a:cubicBezTo>
                  <a:cubicBezTo>
                    <a:pt x="170974" y="423792"/>
                    <a:pt x="161449" y="461892"/>
                    <a:pt x="175736" y="505707"/>
                  </a:cubicBezTo>
                  <a:cubicBezTo>
                    <a:pt x="177641" y="515232"/>
                    <a:pt x="179546" y="523804"/>
                    <a:pt x="181451" y="532377"/>
                  </a:cubicBezTo>
                  <a:cubicBezTo>
                    <a:pt x="186214" y="549522"/>
                    <a:pt x="193834" y="565714"/>
                    <a:pt x="202406" y="580954"/>
                  </a:cubicBezTo>
                  <a:cubicBezTo>
                    <a:pt x="207169" y="581907"/>
                    <a:pt x="211931" y="581907"/>
                    <a:pt x="217646" y="581907"/>
                  </a:cubicBezTo>
                  <a:cubicBezTo>
                    <a:pt x="225266" y="581907"/>
                    <a:pt x="231934" y="580954"/>
                    <a:pt x="239554" y="580002"/>
                  </a:cubicBezTo>
                  <a:cubicBezTo>
                    <a:pt x="247174" y="579049"/>
                    <a:pt x="253841" y="577144"/>
                    <a:pt x="260509" y="575239"/>
                  </a:cubicBezTo>
                  <a:cubicBezTo>
                    <a:pt x="305276" y="563809"/>
                    <a:pt x="330041" y="530472"/>
                    <a:pt x="344329" y="490467"/>
                  </a:cubicBezTo>
                  <a:cubicBezTo>
                    <a:pt x="347186" y="482847"/>
                    <a:pt x="350044" y="474274"/>
                    <a:pt x="351949" y="465702"/>
                  </a:cubicBezTo>
                  <a:cubicBezTo>
                    <a:pt x="361474" y="443794"/>
                    <a:pt x="361474" y="434269"/>
                    <a:pt x="361474" y="415219"/>
                  </a:cubicBezTo>
                  <a:cubicBezTo>
                    <a:pt x="370999" y="415219"/>
                    <a:pt x="390049" y="415219"/>
                    <a:pt x="390049" y="424744"/>
                  </a:cubicBezTo>
                  <a:cubicBezTo>
                    <a:pt x="399574" y="481894"/>
                    <a:pt x="361474" y="539044"/>
                    <a:pt x="325279" y="580954"/>
                  </a:cubicBezTo>
                  <a:cubicBezTo>
                    <a:pt x="317659" y="587622"/>
                    <a:pt x="310039" y="592384"/>
                    <a:pt x="301466" y="597147"/>
                  </a:cubicBezTo>
                  <a:cubicBezTo>
                    <a:pt x="276701" y="610482"/>
                    <a:pt x="248126" y="618102"/>
                    <a:pt x="218599" y="618102"/>
                  </a:cubicBezTo>
                  <a:cubicBezTo>
                    <a:pt x="191929" y="618102"/>
                    <a:pt x="168116" y="611434"/>
                    <a:pt x="145256" y="600957"/>
                  </a:cubicBezTo>
                  <a:cubicBezTo>
                    <a:pt x="64294" y="638104"/>
                    <a:pt x="7144" y="720972"/>
                    <a:pt x="7144" y="817174"/>
                  </a:cubicBezTo>
                  <a:cubicBezTo>
                    <a:pt x="7144" y="920044"/>
                    <a:pt x="72866" y="1008627"/>
                    <a:pt x="164306" y="1041964"/>
                  </a:cubicBezTo>
                  <a:cubicBezTo>
                    <a:pt x="168116" y="1041964"/>
                    <a:pt x="170974" y="1041964"/>
                    <a:pt x="174784" y="1041964"/>
                  </a:cubicBezTo>
                  <a:cubicBezTo>
                    <a:pt x="269081" y="1041964"/>
                    <a:pt x="346234" y="964812"/>
                    <a:pt x="346234" y="870514"/>
                  </a:cubicBezTo>
                  <a:cubicBezTo>
                    <a:pt x="346234" y="860037"/>
                    <a:pt x="355759" y="851464"/>
                    <a:pt x="367189" y="853369"/>
                  </a:cubicBezTo>
                  <a:cubicBezTo>
                    <a:pt x="375761" y="854322"/>
                    <a:pt x="382429" y="862894"/>
                    <a:pt x="382429" y="871467"/>
                  </a:cubicBezTo>
                  <a:cubicBezTo>
                    <a:pt x="382429" y="914329"/>
                    <a:pt x="369094" y="954334"/>
                    <a:pt x="346234" y="987672"/>
                  </a:cubicBezTo>
                  <a:cubicBezTo>
                    <a:pt x="346234" y="999102"/>
                    <a:pt x="348139" y="1010532"/>
                    <a:pt x="350044" y="1021009"/>
                  </a:cubicBezTo>
                  <a:cubicBezTo>
                    <a:pt x="352901" y="1031487"/>
                    <a:pt x="355759" y="1041964"/>
                    <a:pt x="360521" y="1052442"/>
                  </a:cubicBezTo>
                  <a:cubicBezTo>
                    <a:pt x="372904" y="1100067"/>
                    <a:pt x="401479" y="1128642"/>
                    <a:pt x="451009" y="1141024"/>
                  </a:cubicBezTo>
                  <a:cubicBezTo>
                    <a:pt x="461486" y="1144834"/>
                    <a:pt x="471964" y="1148645"/>
                    <a:pt x="482441" y="1150549"/>
                  </a:cubicBezTo>
                  <a:cubicBezTo>
                    <a:pt x="493871" y="1152454"/>
                    <a:pt x="504349" y="1154359"/>
                    <a:pt x="516731" y="1154359"/>
                  </a:cubicBezTo>
                  <a:cubicBezTo>
                    <a:pt x="611029" y="1154359"/>
                    <a:pt x="688181" y="1077207"/>
                    <a:pt x="688181" y="982909"/>
                  </a:cubicBezTo>
                  <a:cubicBezTo>
                    <a:pt x="688181" y="972432"/>
                    <a:pt x="697706" y="963859"/>
                    <a:pt x="709136" y="965764"/>
                  </a:cubicBezTo>
                  <a:cubicBezTo>
                    <a:pt x="717709" y="966717"/>
                    <a:pt x="724376" y="975289"/>
                    <a:pt x="724376" y="983862"/>
                  </a:cubicBezTo>
                  <a:cubicBezTo>
                    <a:pt x="724376" y="995292"/>
                    <a:pt x="723424" y="1006722"/>
                    <a:pt x="721519" y="1017199"/>
                  </a:cubicBezTo>
                  <a:cubicBezTo>
                    <a:pt x="725329" y="1052442"/>
                    <a:pt x="696754" y="1071492"/>
                    <a:pt x="684371" y="1105782"/>
                  </a:cubicBezTo>
                  <a:cubicBezTo>
                    <a:pt x="677704" y="1114354"/>
                    <a:pt x="671036" y="1121974"/>
                    <a:pt x="663416" y="1129595"/>
                  </a:cubicBezTo>
                  <a:cubicBezTo>
                    <a:pt x="626269" y="1166742"/>
                    <a:pt x="574834" y="1189602"/>
                    <a:pt x="517684" y="1189602"/>
                  </a:cubicBezTo>
                  <a:cubicBezTo>
                    <a:pt x="507206" y="1189602"/>
                    <a:pt x="497681" y="1188649"/>
                    <a:pt x="488156" y="1187697"/>
                  </a:cubicBezTo>
                  <a:cubicBezTo>
                    <a:pt x="478631" y="1186745"/>
                    <a:pt x="469106" y="1183887"/>
                    <a:pt x="459581" y="1181982"/>
                  </a:cubicBezTo>
                  <a:cubicBezTo>
                    <a:pt x="382429" y="1166742"/>
                    <a:pt x="334804" y="1100067"/>
                    <a:pt x="315754" y="1023867"/>
                  </a:cubicBezTo>
                  <a:cubicBezTo>
                    <a:pt x="249079" y="1071492"/>
                    <a:pt x="153829" y="1071492"/>
                    <a:pt x="172879" y="1185792"/>
                  </a:cubicBezTo>
                  <a:cubicBezTo>
                    <a:pt x="191929" y="1271517"/>
                    <a:pt x="258604" y="1338192"/>
                    <a:pt x="341471" y="1345812"/>
                  </a:cubicBezTo>
                  <a:cubicBezTo>
                    <a:pt x="351949" y="1347717"/>
                    <a:pt x="362426" y="1348670"/>
                    <a:pt x="373856" y="1348670"/>
                  </a:cubicBezTo>
                  <a:cubicBezTo>
                    <a:pt x="377666" y="1348670"/>
                    <a:pt x="381476" y="1348670"/>
                    <a:pt x="386239" y="1348670"/>
                  </a:cubicBezTo>
                  <a:cubicBezTo>
                    <a:pt x="385286" y="1355337"/>
                    <a:pt x="384334" y="1362957"/>
                    <a:pt x="383381" y="1369624"/>
                  </a:cubicBezTo>
                  <a:cubicBezTo>
                    <a:pt x="382429" y="1376292"/>
                    <a:pt x="382429" y="1383912"/>
                    <a:pt x="382429" y="1391532"/>
                  </a:cubicBezTo>
                  <a:cubicBezTo>
                    <a:pt x="373856" y="1500117"/>
                    <a:pt x="421481" y="1595367"/>
                    <a:pt x="527209" y="1625847"/>
                  </a:cubicBezTo>
                  <a:cubicBezTo>
                    <a:pt x="537686" y="1629657"/>
                    <a:pt x="548164" y="1633467"/>
                    <a:pt x="558641" y="1636324"/>
                  </a:cubicBezTo>
                  <a:cubicBezTo>
                    <a:pt x="623411" y="1652517"/>
                    <a:pt x="698659" y="1636324"/>
                    <a:pt x="756761" y="1596320"/>
                  </a:cubicBezTo>
                  <a:cubicBezTo>
                    <a:pt x="764381" y="1592509"/>
                    <a:pt x="771049" y="1588699"/>
                    <a:pt x="777716" y="1584890"/>
                  </a:cubicBezTo>
                  <a:cubicBezTo>
                    <a:pt x="812006" y="1563934"/>
                    <a:pt x="841534" y="1533454"/>
                    <a:pt x="858679" y="1491545"/>
                  </a:cubicBezTo>
                  <a:cubicBezTo>
                    <a:pt x="887254" y="1424870"/>
                    <a:pt x="877729" y="1339145"/>
                    <a:pt x="791051" y="1321999"/>
                  </a:cubicBezTo>
                  <a:cubicBezTo>
                    <a:pt x="784384" y="1320095"/>
                    <a:pt x="777716" y="1319142"/>
                    <a:pt x="771049" y="1318190"/>
                  </a:cubicBezTo>
                  <a:cubicBezTo>
                    <a:pt x="764381" y="1317237"/>
                    <a:pt x="757714" y="1317237"/>
                    <a:pt x="750094" y="1317237"/>
                  </a:cubicBezTo>
                  <a:cubicBezTo>
                    <a:pt x="691039" y="1317237"/>
                    <a:pt x="638651" y="1347717"/>
                    <a:pt x="608171" y="1392484"/>
                  </a:cubicBezTo>
                  <a:cubicBezTo>
                    <a:pt x="602456" y="1402009"/>
                    <a:pt x="596741" y="1411534"/>
                    <a:pt x="591979" y="1422012"/>
                  </a:cubicBezTo>
                  <a:cubicBezTo>
                    <a:pt x="577691" y="1445824"/>
                    <a:pt x="590074" y="1483924"/>
                    <a:pt x="576739" y="1497259"/>
                  </a:cubicBezTo>
                  <a:cubicBezTo>
                    <a:pt x="571976" y="1502022"/>
                    <a:pt x="565309" y="1503927"/>
                    <a:pt x="552926" y="1501070"/>
                  </a:cubicBezTo>
                  <a:cubicBezTo>
                    <a:pt x="543401" y="1482020"/>
                    <a:pt x="543401" y="1462970"/>
                    <a:pt x="546259" y="1447729"/>
                  </a:cubicBezTo>
                  <a:cubicBezTo>
                    <a:pt x="548164" y="1439157"/>
                    <a:pt x="551021" y="1430584"/>
                    <a:pt x="552926" y="1422965"/>
                  </a:cubicBezTo>
                  <a:cubicBezTo>
                    <a:pt x="556736" y="1412487"/>
                    <a:pt x="560546" y="1402962"/>
                    <a:pt x="565309" y="1393437"/>
                  </a:cubicBezTo>
                  <a:cubicBezTo>
                    <a:pt x="600551" y="1326762"/>
                    <a:pt x="669131" y="1281042"/>
                    <a:pt x="749141" y="1281042"/>
                  </a:cubicBezTo>
                  <a:close/>
                  <a:moveTo>
                    <a:pt x="164306" y="969574"/>
                  </a:moveTo>
                  <a:cubicBezTo>
                    <a:pt x="157639" y="975289"/>
                    <a:pt x="147161" y="975289"/>
                    <a:pt x="140494" y="968622"/>
                  </a:cubicBezTo>
                  <a:cubicBezTo>
                    <a:pt x="54769" y="894327"/>
                    <a:pt x="45244" y="763834"/>
                    <a:pt x="118586" y="678109"/>
                  </a:cubicBezTo>
                  <a:cubicBezTo>
                    <a:pt x="123349" y="672394"/>
                    <a:pt x="129064" y="667632"/>
                    <a:pt x="133826" y="661917"/>
                  </a:cubicBezTo>
                  <a:cubicBezTo>
                    <a:pt x="133826" y="661917"/>
                    <a:pt x="134779" y="661917"/>
                    <a:pt x="134779" y="661917"/>
                  </a:cubicBezTo>
                  <a:lnTo>
                    <a:pt x="153829" y="691444"/>
                  </a:lnTo>
                  <a:cubicBezTo>
                    <a:pt x="153829" y="691444"/>
                    <a:pt x="153829" y="691444"/>
                    <a:pt x="153829" y="692397"/>
                  </a:cubicBezTo>
                  <a:cubicBezTo>
                    <a:pt x="150971" y="695254"/>
                    <a:pt x="148114" y="698112"/>
                    <a:pt x="146209" y="700969"/>
                  </a:cubicBezTo>
                  <a:cubicBezTo>
                    <a:pt x="84296" y="772407"/>
                    <a:pt x="92869" y="880992"/>
                    <a:pt x="165259" y="942904"/>
                  </a:cubicBezTo>
                  <a:cubicBezTo>
                    <a:pt x="172879" y="949572"/>
                    <a:pt x="172879" y="961954"/>
                    <a:pt x="164306" y="969574"/>
                  </a:cubicBezTo>
                  <a:close/>
                </a:path>
              </a:pathLst>
            </a:custGeom>
            <a:solidFill>
              <a:srgbClr val="B3C6E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9"/>
            <p:cNvSpPr/>
            <p:nvPr/>
          </p:nvSpPr>
          <p:spPr>
            <a:xfrm>
              <a:off x="8319409" y="2396187"/>
              <a:ext cx="885825" cy="1647825"/>
            </a:xfrm>
            <a:custGeom>
              <a:rect b="b" l="l" r="r" t="t"/>
              <a:pathLst>
                <a:path extrusionOk="0" h="1647825" w="885825">
                  <a:moveTo>
                    <a:pt x="320891" y="1394389"/>
                  </a:moveTo>
                  <a:cubicBezTo>
                    <a:pt x="325654" y="1403914"/>
                    <a:pt x="330416" y="1413439"/>
                    <a:pt x="333274" y="1423917"/>
                  </a:cubicBezTo>
                  <a:cubicBezTo>
                    <a:pt x="336131" y="1431537"/>
                    <a:pt x="338036" y="1440109"/>
                    <a:pt x="339941" y="1448682"/>
                  </a:cubicBezTo>
                  <a:cubicBezTo>
                    <a:pt x="342799" y="1463922"/>
                    <a:pt x="342799" y="1482972"/>
                    <a:pt x="333274" y="1502022"/>
                  </a:cubicBezTo>
                  <a:cubicBezTo>
                    <a:pt x="320891" y="1503927"/>
                    <a:pt x="314224" y="1502022"/>
                    <a:pt x="309461" y="1498212"/>
                  </a:cubicBezTo>
                  <a:cubicBezTo>
                    <a:pt x="296126" y="1484877"/>
                    <a:pt x="308509" y="1446777"/>
                    <a:pt x="294221" y="1422964"/>
                  </a:cubicBezTo>
                  <a:cubicBezTo>
                    <a:pt x="289459" y="1412487"/>
                    <a:pt x="284696" y="1402962"/>
                    <a:pt x="278029" y="1393437"/>
                  </a:cubicBezTo>
                  <a:cubicBezTo>
                    <a:pt x="247549" y="1347717"/>
                    <a:pt x="195161" y="1318189"/>
                    <a:pt x="136106" y="1318189"/>
                  </a:cubicBezTo>
                  <a:cubicBezTo>
                    <a:pt x="129439" y="1318189"/>
                    <a:pt x="121819" y="1318189"/>
                    <a:pt x="115151" y="1319142"/>
                  </a:cubicBezTo>
                  <a:cubicBezTo>
                    <a:pt x="108484" y="1320095"/>
                    <a:pt x="101816" y="1321047"/>
                    <a:pt x="95149" y="1322952"/>
                  </a:cubicBezTo>
                  <a:cubicBezTo>
                    <a:pt x="8471" y="1340097"/>
                    <a:pt x="-1054" y="1425822"/>
                    <a:pt x="27521" y="1492497"/>
                  </a:cubicBezTo>
                  <a:cubicBezTo>
                    <a:pt x="45619" y="1534407"/>
                    <a:pt x="74194" y="1564887"/>
                    <a:pt x="108484" y="1585842"/>
                  </a:cubicBezTo>
                  <a:cubicBezTo>
                    <a:pt x="115151" y="1589652"/>
                    <a:pt x="122771" y="1593462"/>
                    <a:pt x="129439" y="1597272"/>
                  </a:cubicBezTo>
                  <a:cubicBezTo>
                    <a:pt x="187541" y="1637277"/>
                    <a:pt x="262789" y="1653470"/>
                    <a:pt x="327559" y="1637277"/>
                  </a:cubicBezTo>
                  <a:cubicBezTo>
                    <a:pt x="338036" y="1634420"/>
                    <a:pt x="348514" y="1631562"/>
                    <a:pt x="358991" y="1626800"/>
                  </a:cubicBezTo>
                  <a:cubicBezTo>
                    <a:pt x="464719" y="1596320"/>
                    <a:pt x="512344" y="1501070"/>
                    <a:pt x="503771" y="1392484"/>
                  </a:cubicBezTo>
                  <a:cubicBezTo>
                    <a:pt x="503771" y="1384864"/>
                    <a:pt x="503771" y="1378197"/>
                    <a:pt x="502819" y="1370577"/>
                  </a:cubicBezTo>
                  <a:cubicBezTo>
                    <a:pt x="501866" y="1362957"/>
                    <a:pt x="500914" y="1356289"/>
                    <a:pt x="499961" y="1349622"/>
                  </a:cubicBezTo>
                  <a:cubicBezTo>
                    <a:pt x="503771" y="1349622"/>
                    <a:pt x="507581" y="1349622"/>
                    <a:pt x="512344" y="1349622"/>
                  </a:cubicBezTo>
                  <a:cubicBezTo>
                    <a:pt x="522821" y="1349622"/>
                    <a:pt x="534251" y="1348670"/>
                    <a:pt x="544729" y="1346764"/>
                  </a:cubicBezTo>
                  <a:cubicBezTo>
                    <a:pt x="627596" y="1339145"/>
                    <a:pt x="694271" y="1272470"/>
                    <a:pt x="713321" y="1186744"/>
                  </a:cubicBezTo>
                  <a:cubicBezTo>
                    <a:pt x="732371" y="1072444"/>
                    <a:pt x="637121" y="1072444"/>
                    <a:pt x="570446" y="1024819"/>
                  </a:cubicBezTo>
                  <a:cubicBezTo>
                    <a:pt x="551396" y="1101019"/>
                    <a:pt x="503771" y="1167694"/>
                    <a:pt x="426619" y="1182934"/>
                  </a:cubicBezTo>
                  <a:cubicBezTo>
                    <a:pt x="417094" y="1185792"/>
                    <a:pt x="407569" y="1187697"/>
                    <a:pt x="398044" y="1188650"/>
                  </a:cubicBezTo>
                  <a:cubicBezTo>
                    <a:pt x="388519" y="1189602"/>
                    <a:pt x="378994" y="1190554"/>
                    <a:pt x="368516" y="1190554"/>
                  </a:cubicBezTo>
                  <a:cubicBezTo>
                    <a:pt x="311366" y="1190554"/>
                    <a:pt x="259931" y="1167694"/>
                    <a:pt x="222784" y="1130547"/>
                  </a:cubicBezTo>
                  <a:cubicBezTo>
                    <a:pt x="215164" y="1122927"/>
                    <a:pt x="208496" y="1115307"/>
                    <a:pt x="201829" y="1106734"/>
                  </a:cubicBezTo>
                  <a:cubicBezTo>
                    <a:pt x="189446" y="1072444"/>
                    <a:pt x="160871" y="1053394"/>
                    <a:pt x="164681" y="1018152"/>
                  </a:cubicBezTo>
                  <a:cubicBezTo>
                    <a:pt x="162776" y="1007674"/>
                    <a:pt x="161824" y="996244"/>
                    <a:pt x="161824" y="984814"/>
                  </a:cubicBezTo>
                  <a:cubicBezTo>
                    <a:pt x="161824" y="976242"/>
                    <a:pt x="168491" y="967669"/>
                    <a:pt x="177064" y="966717"/>
                  </a:cubicBezTo>
                  <a:cubicBezTo>
                    <a:pt x="188494" y="964812"/>
                    <a:pt x="198019" y="973384"/>
                    <a:pt x="198019" y="983862"/>
                  </a:cubicBezTo>
                  <a:cubicBezTo>
                    <a:pt x="198019" y="1078159"/>
                    <a:pt x="275171" y="1155312"/>
                    <a:pt x="369469" y="1155312"/>
                  </a:cubicBezTo>
                  <a:cubicBezTo>
                    <a:pt x="380899" y="1155312"/>
                    <a:pt x="392329" y="1154359"/>
                    <a:pt x="403759" y="1151502"/>
                  </a:cubicBezTo>
                  <a:cubicBezTo>
                    <a:pt x="415189" y="1149597"/>
                    <a:pt x="425666" y="1145787"/>
                    <a:pt x="435191" y="1141977"/>
                  </a:cubicBezTo>
                  <a:cubicBezTo>
                    <a:pt x="485674" y="1129594"/>
                    <a:pt x="514249" y="1101019"/>
                    <a:pt x="525679" y="1053394"/>
                  </a:cubicBezTo>
                  <a:cubicBezTo>
                    <a:pt x="530441" y="1042917"/>
                    <a:pt x="533299" y="1032439"/>
                    <a:pt x="536156" y="1021962"/>
                  </a:cubicBezTo>
                  <a:cubicBezTo>
                    <a:pt x="539014" y="1011484"/>
                    <a:pt x="539966" y="1000054"/>
                    <a:pt x="539966" y="988624"/>
                  </a:cubicBezTo>
                  <a:cubicBezTo>
                    <a:pt x="517106" y="955287"/>
                    <a:pt x="503771" y="915282"/>
                    <a:pt x="503771" y="872419"/>
                  </a:cubicBezTo>
                  <a:cubicBezTo>
                    <a:pt x="503771" y="863847"/>
                    <a:pt x="510439" y="855274"/>
                    <a:pt x="519011" y="854322"/>
                  </a:cubicBezTo>
                  <a:cubicBezTo>
                    <a:pt x="530441" y="852417"/>
                    <a:pt x="539966" y="860989"/>
                    <a:pt x="539966" y="871467"/>
                  </a:cubicBezTo>
                  <a:cubicBezTo>
                    <a:pt x="539966" y="965764"/>
                    <a:pt x="617119" y="1042917"/>
                    <a:pt x="711416" y="1042917"/>
                  </a:cubicBezTo>
                  <a:cubicBezTo>
                    <a:pt x="715226" y="1042917"/>
                    <a:pt x="718084" y="1042917"/>
                    <a:pt x="721894" y="1042917"/>
                  </a:cubicBezTo>
                  <a:cubicBezTo>
                    <a:pt x="813334" y="1009579"/>
                    <a:pt x="879056" y="921949"/>
                    <a:pt x="879056" y="818127"/>
                  </a:cubicBezTo>
                  <a:cubicBezTo>
                    <a:pt x="879056" y="721924"/>
                    <a:pt x="821906" y="639057"/>
                    <a:pt x="739991" y="600957"/>
                  </a:cubicBezTo>
                  <a:cubicBezTo>
                    <a:pt x="718084" y="612387"/>
                    <a:pt x="693319" y="618102"/>
                    <a:pt x="666649" y="618102"/>
                  </a:cubicBezTo>
                  <a:cubicBezTo>
                    <a:pt x="637121" y="618102"/>
                    <a:pt x="608546" y="610482"/>
                    <a:pt x="583781" y="597147"/>
                  </a:cubicBezTo>
                  <a:cubicBezTo>
                    <a:pt x="575209" y="592384"/>
                    <a:pt x="567589" y="587622"/>
                    <a:pt x="559969" y="580954"/>
                  </a:cubicBezTo>
                  <a:cubicBezTo>
                    <a:pt x="523774" y="539044"/>
                    <a:pt x="485674" y="481894"/>
                    <a:pt x="495199" y="424744"/>
                  </a:cubicBezTo>
                  <a:cubicBezTo>
                    <a:pt x="495199" y="415219"/>
                    <a:pt x="514249" y="415219"/>
                    <a:pt x="523774" y="415219"/>
                  </a:cubicBezTo>
                  <a:cubicBezTo>
                    <a:pt x="523774" y="434269"/>
                    <a:pt x="523774" y="443794"/>
                    <a:pt x="533299" y="465702"/>
                  </a:cubicBezTo>
                  <a:cubicBezTo>
                    <a:pt x="535204" y="474274"/>
                    <a:pt x="538061" y="482847"/>
                    <a:pt x="540919" y="490467"/>
                  </a:cubicBezTo>
                  <a:cubicBezTo>
                    <a:pt x="555206" y="530472"/>
                    <a:pt x="579019" y="564762"/>
                    <a:pt x="624739" y="575239"/>
                  </a:cubicBezTo>
                  <a:cubicBezTo>
                    <a:pt x="631406" y="577144"/>
                    <a:pt x="639026" y="579049"/>
                    <a:pt x="645694" y="580002"/>
                  </a:cubicBezTo>
                  <a:cubicBezTo>
                    <a:pt x="653314" y="580954"/>
                    <a:pt x="659981" y="581907"/>
                    <a:pt x="667601" y="581907"/>
                  </a:cubicBezTo>
                  <a:cubicBezTo>
                    <a:pt x="672364" y="581907"/>
                    <a:pt x="677126" y="581907"/>
                    <a:pt x="682841" y="580954"/>
                  </a:cubicBezTo>
                  <a:cubicBezTo>
                    <a:pt x="692366" y="565714"/>
                    <a:pt x="699034" y="549522"/>
                    <a:pt x="703796" y="532377"/>
                  </a:cubicBezTo>
                  <a:cubicBezTo>
                    <a:pt x="706654" y="523804"/>
                    <a:pt x="708559" y="515232"/>
                    <a:pt x="709511" y="505707"/>
                  </a:cubicBezTo>
                  <a:cubicBezTo>
                    <a:pt x="723799" y="461892"/>
                    <a:pt x="714274" y="423792"/>
                    <a:pt x="704749" y="376167"/>
                  </a:cubicBezTo>
                  <a:cubicBezTo>
                    <a:pt x="676174" y="299967"/>
                    <a:pt x="590449" y="280917"/>
                    <a:pt x="513296" y="293299"/>
                  </a:cubicBezTo>
                  <a:cubicBezTo>
                    <a:pt x="504724" y="295204"/>
                    <a:pt x="496151" y="299014"/>
                    <a:pt x="487579" y="301872"/>
                  </a:cubicBezTo>
                  <a:cubicBezTo>
                    <a:pt x="444716" y="319017"/>
                    <a:pt x="399949" y="347592"/>
                    <a:pt x="352324" y="368547"/>
                  </a:cubicBezTo>
                  <a:cubicBezTo>
                    <a:pt x="345656" y="369499"/>
                    <a:pt x="338989" y="370452"/>
                    <a:pt x="333274" y="370452"/>
                  </a:cubicBezTo>
                  <a:cubicBezTo>
                    <a:pt x="274219" y="370452"/>
                    <a:pt x="221831" y="400932"/>
                    <a:pt x="191351" y="445699"/>
                  </a:cubicBezTo>
                  <a:cubicBezTo>
                    <a:pt x="185636" y="455224"/>
                    <a:pt x="179921" y="464749"/>
                    <a:pt x="175159" y="475227"/>
                  </a:cubicBezTo>
                  <a:cubicBezTo>
                    <a:pt x="161824" y="519042"/>
                    <a:pt x="152299" y="557142"/>
                    <a:pt x="175159" y="608577"/>
                  </a:cubicBezTo>
                  <a:cubicBezTo>
                    <a:pt x="179921" y="619054"/>
                    <a:pt x="184684" y="628579"/>
                    <a:pt x="191351" y="638104"/>
                  </a:cubicBezTo>
                  <a:cubicBezTo>
                    <a:pt x="221831" y="684777"/>
                    <a:pt x="274219" y="715257"/>
                    <a:pt x="332321" y="716209"/>
                  </a:cubicBezTo>
                  <a:cubicBezTo>
                    <a:pt x="336131" y="716209"/>
                    <a:pt x="339941" y="714304"/>
                    <a:pt x="343751" y="717162"/>
                  </a:cubicBezTo>
                  <a:cubicBezTo>
                    <a:pt x="395186" y="712399"/>
                    <a:pt x="444716" y="685729"/>
                    <a:pt x="474244" y="639057"/>
                  </a:cubicBezTo>
                  <a:cubicBezTo>
                    <a:pt x="479959" y="630484"/>
                    <a:pt x="492341" y="627627"/>
                    <a:pt x="500914" y="635247"/>
                  </a:cubicBezTo>
                  <a:cubicBezTo>
                    <a:pt x="507581" y="640962"/>
                    <a:pt x="508534" y="651439"/>
                    <a:pt x="503771" y="658107"/>
                  </a:cubicBezTo>
                  <a:cubicBezTo>
                    <a:pt x="444716" y="749547"/>
                    <a:pt x="325654" y="779074"/>
                    <a:pt x="231356" y="728592"/>
                  </a:cubicBezTo>
                  <a:cubicBezTo>
                    <a:pt x="222784" y="768597"/>
                    <a:pt x="196114" y="801934"/>
                    <a:pt x="160871" y="820032"/>
                  </a:cubicBezTo>
                  <a:cubicBezTo>
                    <a:pt x="152299" y="824794"/>
                    <a:pt x="142774" y="828604"/>
                    <a:pt x="132296" y="830509"/>
                  </a:cubicBezTo>
                  <a:cubicBezTo>
                    <a:pt x="123724" y="837177"/>
                    <a:pt x="111341" y="838129"/>
                    <a:pt x="101816" y="835272"/>
                  </a:cubicBezTo>
                  <a:cubicBezTo>
                    <a:pt x="85624" y="824794"/>
                    <a:pt x="76099" y="815269"/>
                    <a:pt x="97054" y="799077"/>
                  </a:cubicBezTo>
                  <a:cubicBezTo>
                    <a:pt x="104674" y="794314"/>
                    <a:pt x="114199" y="791457"/>
                    <a:pt x="124676" y="796219"/>
                  </a:cubicBezTo>
                  <a:cubicBezTo>
                    <a:pt x="132296" y="794314"/>
                    <a:pt x="140869" y="790504"/>
                    <a:pt x="147536" y="786694"/>
                  </a:cubicBezTo>
                  <a:cubicBezTo>
                    <a:pt x="176111" y="770502"/>
                    <a:pt x="196114" y="740974"/>
                    <a:pt x="198019" y="706684"/>
                  </a:cubicBezTo>
                  <a:cubicBezTo>
                    <a:pt x="181826" y="693349"/>
                    <a:pt x="168491" y="678109"/>
                    <a:pt x="158014" y="661917"/>
                  </a:cubicBezTo>
                  <a:cubicBezTo>
                    <a:pt x="152299" y="653344"/>
                    <a:pt x="147536" y="645724"/>
                    <a:pt x="143726" y="637152"/>
                  </a:cubicBezTo>
                  <a:cubicBezTo>
                    <a:pt x="139916" y="628579"/>
                    <a:pt x="137059" y="620007"/>
                    <a:pt x="134201" y="611434"/>
                  </a:cubicBezTo>
                  <a:cubicBezTo>
                    <a:pt x="131344" y="602862"/>
                    <a:pt x="129439" y="593337"/>
                    <a:pt x="127534" y="584764"/>
                  </a:cubicBezTo>
                  <a:cubicBezTo>
                    <a:pt x="123724" y="530472"/>
                    <a:pt x="114199" y="473322"/>
                    <a:pt x="158966" y="432364"/>
                  </a:cubicBezTo>
                  <a:cubicBezTo>
                    <a:pt x="164681" y="423792"/>
                    <a:pt x="170396" y="415219"/>
                    <a:pt x="177064" y="407599"/>
                  </a:cubicBezTo>
                  <a:cubicBezTo>
                    <a:pt x="197066" y="384739"/>
                    <a:pt x="221831" y="365689"/>
                    <a:pt x="249454" y="353307"/>
                  </a:cubicBezTo>
                  <a:cubicBezTo>
                    <a:pt x="177064" y="320922"/>
                    <a:pt x="126581" y="248532"/>
                    <a:pt x="126581" y="164712"/>
                  </a:cubicBezTo>
                  <a:cubicBezTo>
                    <a:pt x="126581" y="156139"/>
                    <a:pt x="133249" y="147567"/>
                    <a:pt x="141821" y="146614"/>
                  </a:cubicBezTo>
                  <a:cubicBezTo>
                    <a:pt x="153251" y="144709"/>
                    <a:pt x="162776" y="153282"/>
                    <a:pt x="162776" y="163759"/>
                  </a:cubicBezTo>
                  <a:cubicBezTo>
                    <a:pt x="162776" y="175189"/>
                    <a:pt x="163729" y="187572"/>
                    <a:pt x="166586" y="198049"/>
                  </a:cubicBezTo>
                  <a:cubicBezTo>
                    <a:pt x="182779" y="276154"/>
                    <a:pt x="251359" y="335209"/>
                    <a:pt x="334226" y="335209"/>
                  </a:cubicBezTo>
                  <a:cubicBezTo>
                    <a:pt x="344704" y="335209"/>
                    <a:pt x="354229" y="334257"/>
                    <a:pt x="364706" y="332352"/>
                  </a:cubicBezTo>
                  <a:cubicBezTo>
                    <a:pt x="410426" y="328542"/>
                    <a:pt x="458051" y="290442"/>
                    <a:pt x="479959" y="253294"/>
                  </a:cubicBezTo>
                  <a:cubicBezTo>
                    <a:pt x="484721" y="244722"/>
                    <a:pt x="489484" y="236149"/>
                    <a:pt x="493294" y="227577"/>
                  </a:cubicBezTo>
                  <a:cubicBezTo>
                    <a:pt x="524726" y="80892"/>
                    <a:pt x="381851" y="-4833"/>
                    <a:pt x="261836" y="8502"/>
                  </a:cubicBezTo>
                  <a:cubicBezTo>
                    <a:pt x="250406" y="8502"/>
                    <a:pt x="239929" y="10407"/>
                    <a:pt x="228499" y="12312"/>
                  </a:cubicBezTo>
                  <a:cubicBezTo>
                    <a:pt x="195161" y="18027"/>
                    <a:pt x="163729" y="30409"/>
                    <a:pt x="135154" y="50412"/>
                  </a:cubicBezTo>
                  <a:cubicBezTo>
                    <a:pt x="125629" y="57079"/>
                    <a:pt x="117056" y="63747"/>
                    <a:pt x="108484" y="71367"/>
                  </a:cubicBezTo>
                  <a:cubicBezTo>
                    <a:pt x="66574" y="109467"/>
                    <a:pt x="37046" y="161854"/>
                    <a:pt x="30379" y="221862"/>
                  </a:cubicBezTo>
                  <a:lnTo>
                    <a:pt x="28474" y="220909"/>
                  </a:lnTo>
                  <a:cubicBezTo>
                    <a:pt x="28474" y="220909"/>
                    <a:pt x="28474" y="243769"/>
                    <a:pt x="28474" y="280917"/>
                  </a:cubicBezTo>
                  <a:cubicBezTo>
                    <a:pt x="28474" y="290442"/>
                    <a:pt x="28474" y="299967"/>
                    <a:pt x="28474" y="311397"/>
                  </a:cubicBezTo>
                  <a:cubicBezTo>
                    <a:pt x="20854" y="415219"/>
                    <a:pt x="-7721" y="510469"/>
                    <a:pt x="17044" y="619054"/>
                  </a:cubicBezTo>
                  <a:cubicBezTo>
                    <a:pt x="17996" y="629532"/>
                    <a:pt x="19901" y="640009"/>
                    <a:pt x="21806" y="650487"/>
                  </a:cubicBezTo>
                  <a:cubicBezTo>
                    <a:pt x="23711" y="660964"/>
                    <a:pt x="25616" y="671442"/>
                    <a:pt x="28474" y="681919"/>
                  </a:cubicBezTo>
                  <a:cubicBezTo>
                    <a:pt x="28474" y="690492"/>
                    <a:pt x="29426" y="699064"/>
                    <a:pt x="29426" y="707637"/>
                  </a:cubicBezTo>
                  <a:cubicBezTo>
                    <a:pt x="29426" y="767644"/>
                    <a:pt x="58001" y="834319"/>
                    <a:pt x="38951" y="891469"/>
                  </a:cubicBezTo>
                  <a:cubicBezTo>
                    <a:pt x="67526" y="891469"/>
                    <a:pt x="86576" y="853369"/>
                    <a:pt x="117056" y="857179"/>
                  </a:cubicBezTo>
                  <a:cubicBezTo>
                    <a:pt x="126581" y="855274"/>
                    <a:pt x="137059" y="854322"/>
                    <a:pt x="147536" y="854322"/>
                  </a:cubicBezTo>
                  <a:cubicBezTo>
                    <a:pt x="156109" y="855274"/>
                    <a:pt x="165634" y="857179"/>
                    <a:pt x="174206" y="859084"/>
                  </a:cubicBezTo>
                  <a:cubicBezTo>
                    <a:pt x="256121" y="881944"/>
                    <a:pt x="303746" y="967669"/>
                    <a:pt x="280886" y="1049584"/>
                  </a:cubicBezTo>
                  <a:cubicBezTo>
                    <a:pt x="278981" y="1056252"/>
                    <a:pt x="273266" y="1060062"/>
                    <a:pt x="266599" y="1060062"/>
                  </a:cubicBezTo>
                  <a:cubicBezTo>
                    <a:pt x="258026" y="1059109"/>
                    <a:pt x="253264" y="1050537"/>
                    <a:pt x="255169" y="1042917"/>
                  </a:cubicBezTo>
                  <a:cubicBezTo>
                    <a:pt x="274219" y="974337"/>
                    <a:pt x="235166" y="903852"/>
                    <a:pt x="166586" y="884802"/>
                  </a:cubicBezTo>
                  <a:cubicBezTo>
                    <a:pt x="158014" y="881944"/>
                    <a:pt x="148489" y="880992"/>
                    <a:pt x="139916" y="880039"/>
                  </a:cubicBezTo>
                  <a:cubicBezTo>
                    <a:pt x="131344" y="879087"/>
                    <a:pt x="122771" y="879087"/>
                    <a:pt x="115151" y="880039"/>
                  </a:cubicBezTo>
                  <a:cubicBezTo>
                    <a:pt x="107531" y="880992"/>
                    <a:pt x="99911" y="882897"/>
                    <a:pt x="94196" y="885754"/>
                  </a:cubicBezTo>
                  <a:cubicBezTo>
                    <a:pt x="57049" y="900042"/>
                    <a:pt x="37999" y="938142"/>
                    <a:pt x="29426" y="975289"/>
                  </a:cubicBezTo>
                  <a:cubicBezTo>
                    <a:pt x="27521" y="985767"/>
                    <a:pt x="25616" y="996244"/>
                    <a:pt x="23711" y="1006722"/>
                  </a:cubicBezTo>
                  <a:cubicBezTo>
                    <a:pt x="9424" y="1101019"/>
                    <a:pt x="11329" y="1195317"/>
                    <a:pt x="26569" y="1287709"/>
                  </a:cubicBezTo>
                  <a:cubicBezTo>
                    <a:pt x="26569" y="1302950"/>
                    <a:pt x="26569" y="1312475"/>
                    <a:pt x="26569" y="1312475"/>
                  </a:cubicBezTo>
                  <a:cubicBezTo>
                    <a:pt x="58001" y="1292472"/>
                    <a:pt x="96101" y="1281042"/>
                    <a:pt x="136106" y="1281042"/>
                  </a:cubicBezTo>
                  <a:cubicBezTo>
                    <a:pt x="217069" y="1282947"/>
                    <a:pt x="285649" y="1328667"/>
                    <a:pt x="320891" y="1394389"/>
                  </a:cubicBezTo>
                  <a:close/>
                  <a:moveTo>
                    <a:pt x="721894" y="944809"/>
                  </a:moveTo>
                  <a:cubicBezTo>
                    <a:pt x="793331" y="882897"/>
                    <a:pt x="801904" y="775264"/>
                    <a:pt x="740944" y="702874"/>
                  </a:cubicBezTo>
                  <a:cubicBezTo>
                    <a:pt x="738086" y="700017"/>
                    <a:pt x="736181" y="697159"/>
                    <a:pt x="733324" y="694302"/>
                  </a:cubicBezTo>
                  <a:cubicBezTo>
                    <a:pt x="733324" y="694302"/>
                    <a:pt x="733324" y="694302"/>
                    <a:pt x="733324" y="693349"/>
                  </a:cubicBezTo>
                  <a:lnTo>
                    <a:pt x="752374" y="663822"/>
                  </a:lnTo>
                  <a:cubicBezTo>
                    <a:pt x="752374" y="663822"/>
                    <a:pt x="753326" y="663822"/>
                    <a:pt x="753326" y="663822"/>
                  </a:cubicBezTo>
                  <a:cubicBezTo>
                    <a:pt x="759041" y="668584"/>
                    <a:pt x="763804" y="674299"/>
                    <a:pt x="768566" y="680014"/>
                  </a:cubicBezTo>
                  <a:cubicBezTo>
                    <a:pt x="842861" y="766692"/>
                    <a:pt x="832384" y="896232"/>
                    <a:pt x="746659" y="970527"/>
                  </a:cubicBezTo>
                  <a:cubicBezTo>
                    <a:pt x="739991" y="976242"/>
                    <a:pt x="729514" y="977194"/>
                    <a:pt x="722846" y="971479"/>
                  </a:cubicBezTo>
                  <a:cubicBezTo>
                    <a:pt x="713321" y="963859"/>
                    <a:pt x="714274" y="951477"/>
                    <a:pt x="721894" y="944809"/>
                  </a:cubicBez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39"/>
          <p:cNvSpPr txBox="1"/>
          <p:nvPr/>
        </p:nvSpPr>
        <p:spPr>
          <a:xfrm>
            <a:off x="704909" y="1842512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Teknik Elektronika/ Ilmu Komputer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9"/>
          <p:cNvSpPr txBox="1"/>
          <p:nvPr/>
        </p:nvSpPr>
        <p:spPr>
          <a:xfrm>
            <a:off x="1579908" y="3687925"/>
            <a:ext cx="1178278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Psikologi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9"/>
          <p:cNvSpPr txBox="1"/>
          <p:nvPr/>
        </p:nvSpPr>
        <p:spPr>
          <a:xfrm>
            <a:off x="527528" y="2738622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Perancangan Grafis dan Tipografi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9"/>
          <p:cNvSpPr txBox="1"/>
          <p:nvPr/>
        </p:nvSpPr>
        <p:spPr>
          <a:xfrm>
            <a:off x="8667738" y="1786287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Linguistik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8667738" y="2669972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Antropologi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9"/>
          <p:cNvSpPr txBox="1"/>
          <p:nvPr/>
        </p:nvSpPr>
        <p:spPr>
          <a:xfrm>
            <a:off x="1633162" y="4510903"/>
            <a:ext cx="1178277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Ergonomik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8667738" y="3610640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Rekayasa Perangkat Lunak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4415478" y="5600180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Multimedia (Graphic Design)</a:t>
            </a:r>
            <a:endParaRPr/>
          </a:p>
        </p:txBody>
      </p:sp>
      <p:sp>
        <p:nvSpPr>
          <p:cNvPr id="348" name="Google Shape;348;p39"/>
          <p:cNvSpPr txBox="1"/>
          <p:nvPr/>
        </p:nvSpPr>
        <p:spPr>
          <a:xfrm>
            <a:off x="8667738" y="4578140"/>
            <a:ext cx="3034782" cy="3385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Kecerdasan Buatan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Bidang Studi yang Berperan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Referensi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0"/>
          <p:cNvSpPr txBox="1"/>
          <p:nvPr/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Dix,  Alan  et.al,  Human-Computer  Interaction,  2nd  Edition,  Prentice  Hall,  Europe, 1998.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Johnson, P., Human-Computer  Interaction  : Psychology, Task Analysis and Software Engineering, McGraw-Hill, England UK, 1992.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Raskin, J, The Human Interface, Addison Wesley, 2000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Sutcliffe, A. G., Human-Computer Interface Design, 2ND Edition, MacMillan, London, 1995.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Santoso,Insap;  Interaksi Manusia  dan  Komputer  :  Teori  dan  Praktek,  Andi   Offset, Yogyakarta, 2004.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Surbakti,  Irfan;  Interaksi Manusia Dan Komputer,  Edisi  Jurusan  Teknik  Informatika-ITS, 2006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 Zakaria, Teddy; Perancangan Antarmuka Untuk Interaksi Manusia Dan Komputer, Informatika Bandung, 2007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Sudarmawan;  Ariyus,  Dony;  Interaksi  Manusia  dan  Komputer,  Andi  Offset Yogyakarta, 2007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Latihan Soal</a:t>
            </a:r>
            <a:endParaRPr/>
          </a:p>
        </p:txBody>
      </p:sp>
      <p:sp>
        <p:nvSpPr>
          <p:cNvPr id="361" name="Google Shape;361;p41"/>
          <p:cNvSpPr/>
          <p:nvPr/>
        </p:nvSpPr>
        <p:spPr>
          <a:xfrm>
            <a:off x="891746" y="1969001"/>
            <a:ext cx="1046205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Jelaskan definisi Human Computer Interaction (Interaksi Manusia dan Komputer)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Jelaskan perbedaan antara IMK dan User Interface!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Jelaskan definisi Ergonomi itu 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Mengapa faktor ergonomi dibutuhkan dalam interaksi manusia dan komputer?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Sebutkan dan jelaskan bidang-bidang apa saja yang terlibat dalam IMK 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Apa saja yang terlibat dalam IMK 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Sebenarnya antarmuka apa yang diinginkan oleh user?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Jelaskan tentang stategi yang dubutuhkan untuk pengembangan interaksi manusia dan komputer?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Sebutkan dan jelaskan tentang sejarah perkembangan manusia dan komputer?</a:t>
            </a:r>
            <a:b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Jelaskan tentang hubungan manusia, komputer dan interaksi dalam IMK?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